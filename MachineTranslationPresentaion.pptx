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4"/>
    <p:sldMasterId id="214748368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Barlow Semi Condensed Light"/>
      <p:regular r:id="rId27"/>
      <p:bold r:id="rId28"/>
      <p:italic r:id="rId29"/>
      <p:boldItalic r:id="rId30"/>
    </p:embeddedFont>
    <p:embeddedFont>
      <p:font typeface="Alexandria Medium"/>
      <p:regular r:id="rId31"/>
      <p:bold r:id="rId32"/>
    </p:embeddedFont>
    <p:embeddedFont>
      <p:font typeface="Proxima Nova"/>
      <p:regular r:id="rId33"/>
      <p:bold r:id="rId34"/>
      <p:italic r:id="rId35"/>
      <p:boldItalic r:id="rId36"/>
    </p:embeddedFont>
    <p:embeddedFont>
      <p:font typeface="Fjalla One"/>
      <p:regular r:id="rId37"/>
    </p:embeddedFont>
    <p:embeddedFont>
      <p:font typeface="Barlow Semi Condensed Medium"/>
      <p:regular r:id="rId38"/>
      <p:bold r:id="rId39"/>
      <p:italic r:id="rId40"/>
      <p:boldItalic r:id="rId41"/>
    </p:embeddedFont>
    <p:embeddedFont>
      <p:font typeface="Proxima Nova Semibold"/>
      <p:regular r:id="rId42"/>
      <p:bold r:id="rId43"/>
      <p:boldItalic r:id="rId44"/>
    </p:embeddedFont>
    <p:embeddedFont>
      <p:font typeface="Barlow Semi Condensed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2C15EE0-FF6D-4C56-B779-4FEAF4958D12}">
  <a:tblStyle styleId="{42C15EE0-FF6D-4C56-B779-4FEAF4958D1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arlowSemiCondensedMedium-italic.fntdata"/><Relationship Id="rId20" Type="http://schemas.openxmlformats.org/officeDocument/2006/relationships/slide" Target="slides/slide14.xml"/><Relationship Id="rId42" Type="http://schemas.openxmlformats.org/officeDocument/2006/relationships/font" Target="fonts/ProximaNovaSemibold-regular.fntdata"/><Relationship Id="rId41" Type="http://schemas.openxmlformats.org/officeDocument/2006/relationships/font" Target="fonts/BarlowSemiCondensedMedium-boldItalic.fntdata"/><Relationship Id="rId22" Type="http://schemas.openxmlformats.org/officeDocument/2006/relationships/slide" Target="slides/slide16.xml"/><Relationship Id="rId44" Type="http://schemas.openxmlformats.org/officeDocument/2006/relationships/font" Target="fonts/ProximaNovaSemibold-boldItalic.fntdata"/><Relationship Id="rId21" Type="http://schemas.openxmlformats.org/officeDocument/2006/relationships/slide" Target="slides/slide15.xml"/><Relationship Id="rId43" Type="http://schemas.openxmlformats.org/officeDocument/2006/relationships/font" Target="fonts/ProximaNovaSemibold-bold.fntdata"/><Relationship Id="rId24" Type="http://schemas.openxmlformats.org/officeDocument/2006/relationships/slide" Target="slides/slide18.xml"/><Relationship Id="rId46" Type="http://schemas.openxmlformats.org/officeDocument/2006/relationships/font" Target="fonts/BarlowSemiCondensed-bold.fntdata"/><Relationship Id="rId23" Type="http://schemas.openxmlformats.org/officeDocument/2006/relationships/slide" Target="slides/slide17.xml"/><Relationship Id="rId45" Type="http://schemas.openxmlformats.org/officeDocument/2006/relationships/font" Target="fonts/BarlowSemiCondensed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schemas.openxmlformats.org/officeDocument/2006/relationships/font" Target="fonts/BarlowSemiCondensed-boldItalic.fntdata"/><Relationship Id="rId25" Type="http://schemas.openxmlformats.org/officeDocument/2006/relationships/slide" Target="slides/slide19.xml"/><Relationship Id="rId47" Type="http://schemas.openxmlformats.org/officeDocument/2006/relationships/font" Target="fonts/BarlowSemiCondensed-italic.fntdata"/><Relationship Id="rId28" Type="http://schemas.openxmlformats.org/officeDocument/2006/relationships/font" Target="fonts/BarlowSemiCondensedLight-bold.fntdata"/><Relationship Id="rId27" Type="http://schemas.openxmlformats.org/officeDocument/2006/relationships/font" Target="fonts/BarlowSemiCondensedLight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BarlowSemiCondensedLigh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lexandriaMedium-regular.fntdata"/><Relationship Id="rId30" Type="http://schemas.openxmlformats.org/officeDocument/2006/relationships/font" Target="fonts/BarlowSemiCondensedLight-boldItalic.fntdata"/><Relationship Id="rId11" Type="http://schemas.openxmlformats.org/officeDocument/2006/relationships/slide" Target="slides/slide5.xml"/><Relationship Id="rId33" Type="http://schemas.openxmlformats.org/officeDocument/2006/relationships/font" Target="fonts/ProximaNova-regular.fntdata"/><Relationship Id="rId10" Type="http://schemas.openxmlformats.org/officeDocument/2006/relationships/slide" Target="slides/slide4.xml"/><Relationship Id="rId32" Type="http://schemas.openxmlformats.org/officeDocument/2006/relationships/font" Target="fonts/AlexandriaMedium-bold.fntdata"/><Relationship Id="rId13" Type="http://schemas.openxmlformats.org/officeDocument/2006/relationships/slide" Target="slides/slide7.xml"/><Relationship Id="rId35" Type="http://schemas.openxmlformats.org/officeDocument/2006/relationships/font" Target="fonts/ProximaNova-italic.fntdata"/><Relationship Id="rId12" Type="http://schemas.openxmlformats.org/officeDocument/2006/relationships/slide" Target="slides/slide6.xml"/><Relationship Id="rId34" Type="http://schemas.openxmlformats.org/officeDocument/2006/relationships/font" Target="fonts/ProximaNova-bold.fntdata"/><Relationship Id="rId15" Type="http://schemas.openxmlformats.org/officeDocument/2006/relationships/slide" Target="slides/slide9.xml"/><Relationship Id="rId37" Type="http://schemas.openxmlformats.org/officeDocument/2006/relationships/font" Target="fonts/FjallaOne-regular.fntdata"/><Relationship Id="rId14" Type="http://schemas.openxmlformats.org/officeDocument/2006/relationships/slide" Target="slides/slide8.xml"/><Relationship Id="rId36" Type="http://schemas.openxmlformats.org/officeDocument/2006/relationships/font" Target="fonts/ProximaNova-boldItalic.fntdata"/><Relationship Id="rId17" Type="http://schemas.openxmlformats.org/officeDocument/2006/relationships/slide" Target="slides/slide11.xml"/><Relationship Id="rId39" Type="http://schemas.openxmlformats.org/officeDocument/2006/relationships/font" Target="fonts/BarlowSemiCondensedMedium-bold.fntdata"/><Relationship Id="rId16" Type="http://schemas.openxmlformats.org/officeDocument/2006/relationships/slide" Target="slides/slide10.xml"/><Relationship Id="rId38" Type="http://schemas.openxmlformats.org/officeDocument/2006/relationships/font" Target="fonts/BarlowSemiCondensedMedium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6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8" name="Google Shape;168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2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4" name="Google Shape;16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1" name="Shape 1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Google Shape;195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3" name="Google Shape;195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8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Google Shape;195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0" name="Google Shape;19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7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8" name="Google Shape;196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9" name="Google Shape;196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9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Google Shape;1990;g31fa4c66d7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1" name="Google Shape;1991;g31fa4c66d7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6" name="Shape 1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7" name="Google Shape;1997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8" name="Google Shape;199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1" name="Shape 2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Google Shape;2012;g31fa4c66d71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3" name="Google Shape;2013;g31fa4c66d71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5" name="Shape 2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6" name="Google Shape;2036;g31fa4c66d71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7" name="Google Shape;2037;g31fa4c66d71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6" name="Shape 2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7" name="Google Shape;2047;g31fa4c66d71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8" name="Google Shape;2048;g31fa4c66d7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6" name="Shape 2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Google Shape;2057;g31fa4c66d71_0_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8" name="Google Shape;2058;g31fa4c66d71_0_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3" name="Shape 2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4" name="Google Shape;2074;g31fa4c66d71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5" name="Google Shape;2075;g31fa4c66d71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0" name="Shape 2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1" name="Google Shape;2081;g31fa4c66d71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2" name="Google Shape;2082;g31fa4c66d71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8" name="Shape 2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" name="Google Shape;2119;g31fa4c66d71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0" name="Google Shape;2120;g31fa4c66d71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4" name="Shape 2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" name="Google Shape;2125;g31fa4c66d71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6" name="Google Shape;2126;g31fa4c66d71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1" name="Shape 2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2" name="Google Shape;2132;g31fa4c66d71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3" name="Google Shape;2133;g31fa4c66d71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6" name="Shape 2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7" name="Google Shape;2147;g31fa4c66d71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8" name="Google Shape;2148;g31fa4c66d71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3" name="Shape 2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" name="Google Shape;2154;g31fa4c66d71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5" name="Google Shape;2155;g31fa4c66d71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2" name="Shape 2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3" name="Google Shape;2173;g31fa4c66d71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4" name="Google Shape;2174;g31fa4c66d71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3" name="Shape 2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4" name="Google Shape;2194;p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5" name="Google Shape;2195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Relationship Id="rId5" Type="http://schemas.openxmlformats.org/officeDocument/2006/relationships/hyperlink" Target="https://stories.freepik.com/" TargetMode="Externa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/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" name="Google Shape;9;p2"/>
          <p:cNvSpPr txBox="1"/>
          <p:nvPr>
            <p:ph idx="1" type="subTitle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b="0" i="0" sz="2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1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" name="Google Shape;45;p3"/>
          <p:cNvSpPr txBox="1"/>
          <p:nvPr>
            <p:ph idx="1" type="body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46" name="Google Shape;46;p3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" name="Google Shape;47;p3"/>
          <p:cNvCxnSpPr/>
          <p:nvPr/>
        </p:nvCxnSpPr>
        <p:spPr>
          <a:xfrm flipH="1" rot="10800000">
            <a:off x="0" y="4332550"/>
            <a:ext cx="446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8" name="Google Shape;48;p3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49" name="Google Shape;49;p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" name="Google Shape;53;p3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54" name="Google Shape;54;p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0" name="Google Shape;60;p3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3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2" name="Google Shape;62;p3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63" name="Google Shape;63;p3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" name="Google Shape;69;p3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70" name="Google Shape;70;p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" name="Google Shape;74;p3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75" name="Google Shape;75;p3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" name="Google Shape;79;p3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80" name="Google Shape;80;p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" name="Google Shape;83;p3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84" name="Google Shape;84;p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 txBox="1"/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subTitle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90" name="Google Shape;90;p4"/>
          <p:cNvSpPr txBox="1"/>
          <p:nvPr>
            <p:ph idx="2" type="subTitle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1" name="Google Shape;91;p4"/>
          <p:cNvSpPr txBox="1"/>
          <p:nvPr>
            <p:ph idx="3" type="subTitle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92" name="Google Shape;92;p4"/>
          <p:cNvSpPr txBox="1"/>
          <p:nvPr>
            <p:ph idx="4" type="subTitle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3" name="Google Shape;93;p4"/>
          <p:cNvSpPr txBox="1"/>
          <p:nvPr>
            <p:ph idx="5" type="subTitle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94" name="Google Shape;94;p4"/>
          <p:cNvSpPr txBox="1"/>
          <p:nvPr>
            <p:ph idx="6" type="subTitle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5" name="Google Shape;95;p4"/>
          <p:cNvSpPr txBox="1"/>
          <p:nvPr>
            <p:ph idx="7" type="subTitle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96" name="Google Shape;96;p4"/>
          <p:cNvSpPr txBox="1"/>
          <p:nvPr>
            <p:ph idx="8" type="subTitle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7" name="Google Shape;97;p4"/>
          <p:cNvSpPr txBox="1"/>
          <p:nvPr>
            <p:ph idx="9" type="title"/>
          </p:nvPr>
        </p:nvSpPr>
        <p:spPr>
          <a:xfrm>
            <a:off x="813816" y="722376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" name="Google Shape;98;p4"/>
          <p:cNvSpPr txBox="1"/>
          <p:nvPr>
            <p:ph idx="13" type="title"/>
          </p:nvPr>
        </p:nvSpPr>
        <p:spPr>
          <a:xfrm>
            <a:off x="813816" y="1801368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4"/>
          <p:cNvSpPr txBox="1"/>
          <p:nvPr>
            <p:ph idx="14" type="title"/>
          </p:nvPr>
        </p:nvSpPr>
        <p:spPr>
          <a:xfrm>
            <a:off x="813816" y="2880360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p4"/>
          <p:cNvSpPr txBox="1"/>
          <p:nvPr>
            <p:ph idx="15" type="title"/>
          </p:nvPr>
        </p:nvSpPr>
        <p:spPr>
          <a:xfrm>
            <a:off x="813816" y="3959352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5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103" name="Google Shape;103;p5"/>
            <p:cNvSpPr/>
            <p:nvPr/>
          </p:nvSpPr>
          <p:spPr>
            <a:xfrm>
              <a:off x="399425" y="238325"/>
              <a:ext cx="6810025" cy="5186100"/>
            </a:xfrm>
            <a:custGeom>
              <a:rect b="b" l="l" r="r" t="t"/>
              <a:pathLst>
                <a:path extrusionOk="0" h="207444" w="272401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491875" y="238125"/>
              <a:ext cx="6575225" cy="5187000"/>
            </a:xfrm>
            <a:custGeom>
              <a:rect b="b" l="l" r="r" t="t"/>
              <a:pathLst>
                <a:path extrusionOk="0" h="207480" w="263009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" name="Google Shape;105;p5"/>
          <p:cNvSpPr txBox="1"/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6" name="Google Shape;106;p5"/>
          <p:cNvSpPr txBox="1"/>
          <p:nvPr>
            <p:ph idx="2" type="title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107" name="Google Shape;107;p5"/>
          <p:cNvSpPr txBox="1"/>
          <p:nvPr>
            <p:ph idx="1" type="subTitle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108" name="Google Shape;108;p5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09" name="Google Shape;109;p5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10" name="Google Shape;110;p5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1" name="Google Shape;111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7" name="Google Shape;117;p5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18" name="Google Shape;118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2" name="Google Shape;122;p5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23" name="Google Shape;123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27" name="Google Shape;127;p5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28" name="Google Shape;128;p5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29" name="Google Shape;129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5" name="Google Shape;135;p5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36" name="Google Shape;136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0" name="Google Shape;140;p5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1" name="Google Shape;141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5" name="Google Shape;145;p5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6" name="Google Shape;146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9" name="Google Shape;149;p5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0" name="Google Shape;150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7" name="Google Shape;157;p5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61" name="Google Shape;161;p5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" name="Google Shape;162;p5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3" name="Google Shape;163;p5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"/>
          <p:cNvSpPr txBox="1"/>
          <p:nvPr>
            <p:ph idx="1" type="subTitle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169" name="Google Shape;169;p6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170" name="Google Shape;170;p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3" name="Google Shape;173;p6"/>
          <p:cNvSpPr txBox="1"/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74" name="Google Shape;174;p6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75" name="Google Shape;175;p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76" name="Google Shape;176;p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77" name="Google Shape;177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3" name="Google Shape;183;p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84" name="Google Shape;184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8" name="Google Shape;188;p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89" name="Google Shape;189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93" name="Google Shape;193;p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94" name="Google Shape;194;p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95" name="Google Shape;195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1" name="Google Shape;201;p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02" name="Google Shape;202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6" name="Google Shape;206;p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07" name="Google Shape;207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1" name="Google Shape;211;p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12" name="Google Shape;212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5" name="Google Shape;215;p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16" name="Google Shape;216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9" name="Google Shape;219;p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20" name="Google Shape;220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3" name="Google Shape;223;p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24" name="Google Shape;224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27" name="Google Shape;227;p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8" name="Google Shape;228;p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9" name="Google Shape;229;p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">
  <p:cSld name="CUSTOM_1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"/>
          <p:cNvSpPr txBox="1"/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5" name="Google Shape;235;p7"/>
          <p:cNvSpPr txBox="1"/>
          <p:nvPr>
            <p:ph idx="1" type="subTitle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236" name="Google Shape;236;p7"/>
          <p:cNvSpPr txBox="1"/>
          <p:nvPr>
            <p:ph idx="2" type="subTitle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237" name="Google Shape;237;p7"/>
          <p:cNvSpPr txBox="1"/>
          <p:nvPr>
            <p:ph idx="3" type="subTitle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238" name="Google Shape;238;p7"/>
          <p:cNvSpPr txBox="1"/>
          <p:nvPr>
            <p:ph idx="4" type="subTitle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239" name="Google Shape;239;p7"/>
          <p:cNvSpPr txBox="1"/>
          <p:nvPr>
            <p:ph idx="5" type="subTitle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240" name="Google Shape;240;p7"/>
          <p:cNvSpPr txBox="1"/>
          <p:nvPr>
            <p:ph idx="6" type="subTitle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grpSp>
        <p:nvGrpSpPr>
          <p:cNvPr id="241" name="Google Shape;241;p7"/>
          <p:cNvGrpSpPr/>
          <p:nvPr/>
        </p:nvGrpSpPr>
        <p:grpSpPr>
          <a:xfrm>
            <a:off x="261711" y="-1158"/>
            <a:ext cx="8550327" cy="3981600"/>
            <a:chOff x="261711" y="-1158"/>
            <a:chExt cx="8550327" cy="3981600"/>
          </a:xfrm>
        </p:grpSpPr>
        <p:cxnSp>
          <p:nvCxnSpPr>
            <p:cNvPr id="242" name="Google Shape;242;p7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3" name="Google Shape;243;p7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44" name="Google Shape;244;p7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245" name="Google Shape;245;p7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7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7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7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9" name="Google Shape;249;p7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250" name="Google Shape;250;p7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7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7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7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4" name="Google Shape;254;p7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255" name="Google Shape;255;p7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7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7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7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7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7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 of text">
  <p:cSld name="CUSTOM_2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"/>
          <p:cNvSpPr txBox="1"/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3" name="Google Shape;263;p8"/>
          <p:cNvSpPr txBox="1"/>
          <p:nvPr>
            <p:ph idx="1" type="subTitle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264" name="Google Shape;264;p8"/>
          <p:cNvSpPr txBox="1"/>
          <p:nvPr>
            <p:ph idx="2" type="subTitle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265" name="Google Shape;265;p8"/>
          <p:cNvSpPr txBox="1"/>
          <p:nvPr>
            <p:ph idx="3" type="subTitle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266" name="Google Shape;266;p8"/>
          <p:cNvSpPr txBox="1"/>
          <p:nvPr>
            <p:ph idx="4" type="subTitle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267" name="Google Shape;267;p8"/>
          <p:cNvSpPr txBox="1"/>
          <p:nvPr>
            <p:ph idx="5" type="subTitle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268" name="Google Shape;268;p8"/>
          <p:cNvSpPr txBox="1"/>
          <p:nvPr>
            <p:ph idx="6" type="subTitle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269" name="Google Shape;269;p8"/>
          <p:cNvSpPr txBox="1"/>
          <p:nvPr>
            <p:ph idx="7" type="subTitle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270" name="Google Shape;270;p8"/>
          <p:cNvSpPr txBox="1"/>
          <p:nvPr>
            <p:ph idx="8" type="subTitle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271" name="Google Shape;271;p8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2" name="Google Shape;272;p8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3" name="Google Shape;273;p8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74" name="Google Shape;274;p8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275" name="Google Shape;275;p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9" name="Google Shape;279;p8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280" name="Google Shape;280;p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6" name="Google Shape;286;p8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287" name="Google Shape;287;p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90" name="Google Shape;290;p8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91" name="Google Shape;291;p8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292" name="Google Shape;292;p8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8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8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8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8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8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8" name="Google Shape;298;p8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299" name="Google Shape;299;p8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8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8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8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3" name="Google Shape;303;p8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304" name="Google Shape;304;p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9"/>
          <p:cNvSpPr txBox="1"/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9" name="Google Shape;309;p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310" name="Google Shape;310;p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311" name="Google Shape;311;p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312" name="Google Shape;312;p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8" name="Google Shape;318;p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319" name="Google Shape;319;p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3" name="Google Shape;323;p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324" name="Google Shape;324;p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328" name="Google Shape;328;p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329" name="Google Shape;329;p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330" name="Google Shape;330;p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6" name="Google Shape;336;p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337" name="Google Shape;337;p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1" name="Google Shape;341;p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342" name="Google Shape;342;p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6" name="Google Shape;346;p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347" name="Google Shape;347;p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0" name="Google Shape;350;p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351" name="Google Shape;351;p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4" name="Google Shape;354;p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355" name="Google Shape;355;p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8" name="Google Shape;358;p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359" name="Google Shape;359;p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362" name="Google Shape;362;p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3" name="Google Shape;363;p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64" name="Google Shape;364;p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0"/>
          <p:cNvSpPr txBox="1"/>
          <p:nvPr>
            <p:ph idx="1" type="subTitle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370" name="Google Shape;370;p10"/>
          <p:cNvSpPr txBox="1"/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cxnSp>
        <p:nvCxnSpPr>
          <p:cNvPr id="371" name="Google Shape;371;p10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2" name="Google Shape;372;p10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3" name="Google Shape;373;p10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74" name="Google Shape;374;p10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375" name="Google Shape;375;p1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1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1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1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1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1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1" name="Google Shape;381;p10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382" name="Google Shape;382;p1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1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1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1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6" name="Google Shape;386;p10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0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0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0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0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0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2" name="Google Shape;392;p10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393" name="Google Shape;393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6" name="Google Shape;396;p10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397" name="Google Shape;397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0" name="Google Shape;400;p10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01" name="Google Shape;401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04" name="Google Shape;404;p10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5" name="Google Shape;405;p10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06" name="Google Shape;406;p10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07" name="Google Shape;407;p1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1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1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1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1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1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3" name="Google Shape;413;p10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14" name="Google Shape;414;p1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1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1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1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8" name="Google Shape;418;p10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19" name="Google Shape;419;p1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1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1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1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3" name="Google Shape;423;p10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24" name="Google Shape;424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7" name="Google Shape;427;p10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28" name="Google Shape;428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2" name="Google Shape;432;p11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433" name="Google Shape;433;p11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11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5" name="Google Shape;435;p11"/>
          <p:cNvSpPr txBox="1"/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436" name="Google Shape;436;p11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437" name="Google Shape;437;p11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8" name="Google Shape;438;p11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9" name="Google Shape;439;p11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0" name="Google Shape;440;p11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441" name="Google Shape;441;p11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442" name="Google Shape;442;p1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1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1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1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1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1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8" name="Google Shape;448;p11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449" name="Google Shape;449;p1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1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1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1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3" name="Google Shape;453;p11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454" name="Google Shape;454;p1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1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1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1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8" name="Google Shape;458;p11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459" name="Google Shape;459;p11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11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p11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11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11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11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5" name="Google Shape;465;p11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466" name="Google Shape;466;p1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1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1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469" name="Google Shape;469;p11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0" name="Google Shape;470;p11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1" name="Google Shape;471;p11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472" name="Google Shape;472;p11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473" name="Google Shape;473;p1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474;p1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1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6" name="Google Shape;476;p1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7" name="Google Shape;477;p1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p1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9" name="Google Shape;479;p11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480" name="Google Shape;480;p1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1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p1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1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4" name="Google Shape;484;p11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485" name="Google Shape;485;p1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1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1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1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9" name="Google Shape;489;p11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11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11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11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11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11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5" name="Google Shape;495;p11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496" name="Google Shape;496;p1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7" name="Google Shape;497;p1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1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9" name="Google Shape;499;p11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500" name="Google Shape;500;p1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p1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" name="Google Shape;502;p1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5"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2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05" name="Google Shape;505;p12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6" name="Google Shape;506;p12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07" name="Google Shape;507;p12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508" name="Google Shape;508;p1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1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1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1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2" name="Google Shape;512;p12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513" name="Google Shape;513;p1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1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1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1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1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1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19" name="Google Shape;519;p12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0" name="Google Shape;520;p12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21" name="Google Shape;521;p12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522" name="Google Shape;522;p1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1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1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1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1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1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8" name="Google Shape;528;p12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529" name="Google Shape;529;p1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1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1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1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3" name="Google Shape;533;p12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534" name="Google Shape;534;p12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12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12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12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8" name="Google Shape;538;p1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539" name="Google Shape;539;p1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1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1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2" name="Google Shape;542;p12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543" name="Google Shape;543;p1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1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1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ed numbers">
  <p:cSld name="CUSTOM_11"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3"/>
          <p:cNvSpPr txBox="1"/>
          <p:nvPr>
            <p:ph type="title"/>
          </p:nvPr>
        </p:nvSpPr>
        <p:spPr>
          <a:xfrm>
            <a:off x="2825496" y="704088"/>
            <a:ext cx="3483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48" name="Google Shape;548;p13"/>
          <p:cNvSpPr txBox="1"/>
          <p:nvPr>
            <p:ph idx="1" type="subTitle"/>
          </p:nvPr>
        </p:nvSpPr>
        <p:spPr>
          <a:xfrm>
            <a:off x="2825496" y="1225296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549" name="Google Shape;549;p13"/>
          <p:cNvSpPr txBox="1"/>
          <p:nvPr>
            <p:ph idx="2" type="title"/>
          </p:nvPr>
        </p:nvSpPr>
        <p:spPr>
          <a:xfrm>
            <a:off x="2825496" y="2185416"/>
            <a:ext cx="3483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50" name="Google Shape;550;p13"/>
          <p:cNvSpPr txBox="1"/>
          <p:nvPr>
            <p:ph idx="3" type="subTitle"/>
          </p:nvPr>
        </p:nvSpPr>
        <p:spPr>
          <a:xfrm>
            <a:off x="2825496" y="2697480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551" name="Google Shape;551;p13"/>
          <p:cNvSpPr txBox="1"/>
          <p:nvPr>
            <p:ph idx="4" type="title"/>
          </p:nvPr>
        </p:nvSpPr>
        <p:spPr>
          <a:xfrm>
            <a:off x="2825496" y="3648456"/>
            <a:ext cx="3483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52" name="Google Shape;552;p13"/>
          <p:cNvSpPr txBox="1"/>
          <p:nvPr>
            <p:ph idx="5" type="subTitle"/>
          </p:nvPr>
        </p:nvSpPr>
        <p:spPr>
          <a:xfrm>
            <a:off x="2834640" y="4169664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553" name="Google Shape;553;p13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4" name="Google Shape;554;p13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5" name="Google Shape;555;p13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6" name="Google Shape;556;p13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57" name="Google Shape;557;p13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558" name="Google Shape;558;p13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13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13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13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13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13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4" name="Google Shape;564;p13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565" name="Google Shape;565;p1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1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1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1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9" name="Google Shape;569;p13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570" name="Google Shape;570;p13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13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13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13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4" name="Google Shape;574;p13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575" name="Google Shape;575;p1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1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1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1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1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1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1" name="Google Shape;581;p13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582" name="Google Shape;582;p1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1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1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85" name="Google Shape;585;p13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6" name="Google Shape;586;p13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7" name="Google Shape;587;p13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88" name="Google Shape;588;p13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589" name="Google Shape;589;p13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13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13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13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13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13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5" name="Google Shape;595;p13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596" name="Google Shape;596;p13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13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13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13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0" name="Google Shape;600;p13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601" name="Google Shape;601;p13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13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13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13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5" name="Google Shape;605;p13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13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13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13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13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3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1" name="Google Shape;611;p13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612" name="Google Shape;612;p1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1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1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5" name="Google Shape;615;p13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616" name="Google Shape;616;p1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1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1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9" name="Google Shape;619;p13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620" name="Google Shape;620;p1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1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1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7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4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25" name="Google Shape;625;p14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6" name="Google Shape;626;p14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7" name="Google Shape;627;p14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28" name="Google Shape;628;p14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629" name="Google Shape;629;p1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1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1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1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3" name="Google Shape;633;p14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634" name="Google Shape;634;p1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1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1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1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1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1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0" name="Google Shape;640;p14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641" name="Google Shape;641;p1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1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1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44" name="Google Shape;644;p14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45" name="Google Shape;645;p14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646" name="Google Shape;646;p14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14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14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14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14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14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2" name="Google Shape;652;p14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653" name="Google Shape;653;p1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1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1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1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7" name="Google Shape;657;p14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658" name="Google Shape;658;p1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1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1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CUSTOM_22"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2" name="Google Shape;662;p15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663" name="Google Shape;663;p15"/>
            <p:cNvSpPr/>
            <p:nvPr/>
          </p:nvSpPr>
          <p:spPr>
            <a:xfrm>
              <a:off x="365750" y="1285025"/>
              <a:ext cx="6934275" cy="3315500"/>
            </a:xfrm>
            <a:custGeom>
              <a:rect b="b" l="l" r="r" t="t"/>
              <a:pathLst>
                <a:path extrusionOk="0" h="132620" w="277371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15"/>
            <p:cNvSpPr/>
            <p:nvPr/>
          </p:nvSpPr>
          <p:spPr>
            <a:xfrm>
              <a:off x="417100" y="1285575"/>
              <a:ext cx="6842700" cy="3314500"/>
            </a:xfrm>
            <a:custGeom>
              <a:rect b="b" l="l" r="r" t="t"/>
              <a:pathLst>
                <a:path extrusionOk="0" h="132580" w="273708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5" name="Google Shape;665;p15"/>
          <p:cNvSpPr txBox="1"/>
          <p:nvPr>
            <p:ph type="title"/>
          </p:nvPr>
        </p:nvSpPr>
        <p:spPr>
          <a:xfrm>
            <a:off x="2624328" y="1018528"/>
            <a:ext cx="3904500" cy="19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666" name="Google Shape;666;p15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667" name="Google Shape;667;p15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8" name="Google Shape;668;p15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9" name="Google Shape;669;p15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0" name="Google Shape;670;p15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671" name="Google Shape;671;p15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672" name="Google Shape;672;p1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3" name="Google Shape;673;p1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4" name="Google Shape;674;p1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5" name="Google Shape;675;p1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6" name="Google Shape;676;p1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7" name="Google Shape;677;p1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78" name="Google Shape;678;p15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679" name="Google Shape;679;p1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" name="Google Shape;680;p1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1" name="Google Shape;681;p1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2" name="Google Shape;682;p1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3" name="Google Shape;683;p15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684" name="Google Shape;684;p1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5" name="Google Shape;685;p1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6" name="Google Shape;686;p1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7" name="Google Shape;687;p1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8" name="Google Shape;688;p15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689" name="Google Shape;689;p15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0" name="Google Shape;690;p15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1" name="Google Shape;691;p15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2" name="Google Shape;692;p15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3" name="Google Shape;693;p15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4" name="Google Shape;694;p15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5" name="Google Shape;695;p15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696" name="Google Shape;696;p1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7" name="Google Shape;697;p1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" name="Google Shape;698;p1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699" name="Google Shape;699;p15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0" name="Google Shape;700;p15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1" name="Google Shape;701;p15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702" name="Google Shape;702;p15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703" name="Google Shape;703;p1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4" name="Google Shape;704;p1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5" name="Google Shape;705;p1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6" name="Google Shape;706;p1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7" name="Google Shape;707;p1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8" name="Google Shape;708;p1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09" name="Google Shape;709;p15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710" name="Google Shape;710;p1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1" name="Google Shape;711;p1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2" name="Google Shape;712;p1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3" name="Google Shape;713;p1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14" name="Google Shape;714;p15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715" name="Google Shape;715;p1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6" name="Google Shape;716;p1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7" name="Google Shape;717;p1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8" name="Google Shape;718;p1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19" name="Google Shape;719;p15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15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15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15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15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15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25" name="Google Shape;725;p15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726" name="Google Shape;726;p1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7" name="Google Shape;727;p1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8" name="Google Shape;728;p1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29" name="Google Shape;729;p15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730" name="Google Shape;730;p1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1" name="Google Shape;731;p1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2" name="Google Shape;732;p1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33" name="Google Shape;733;p15"/>
          <p:cNvSpPr txBox="1"/>
          <p:nvPr>
            <p:ph idx="1" type="subTitle"/>
          </p:nvPr>
        </p:nvSpPr>
        <p:spPr>
          <a:xfrm>
            <a:off x="3639300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2">
  <p:cSld name="CUSTOM_7"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5" name="Google Shape;735;p16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6" name="Google Shape;736;p16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37" name="Google Shape;737;p16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38" name="Google Shape;738;p16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739" name="Google Shape;739;p1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1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1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3" name="Google Shape;743;p16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744" name="Google Shape;744;p1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1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1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1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1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1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50" name="Google Shape;750;p16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1" name="Google Shape;751;p16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52" name="Google Shape;752;p16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753" name="Google Shape;753;p16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16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16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16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16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16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9" name="Google Shape;759;p16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760" name="Google Shape;760;p16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16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16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16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4" name="Google Shape;764;p16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765" name="Google Shape;765;p16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16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16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16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9" name="Google Shape;769;p16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770" name="Google Shape;770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3" name="Google Shape;773;p16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774" name="Google Shape;774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7" name="Google Shape;777;p16"/>
          <p:cNvSpPr txBox="1"/>
          <p:nvPr>
            <p:ph idx="1" type="subTitle"/>
          </p:nvPr>
        </p:nvSpPr>
        <p:spPr>
          <a:xfrm>
            <a:off x="6217920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78" name="Google Shape;778;p16"/>
          <p:cNvSpPr txBox="1"/>
          <p:nvPr>
            <p:ph idx="2" type="subTitle"/>
          </p:nvPr>
        </p:nvSpPr>
        <p:spPr>
          <a:xfrm>
            <a:off x="3749040" y="1252728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79" name="Google Shape;779;p16"/>
          <p:cNvSpPr txBox="1"/>
          <p:nvPr>
            <p:ph idx="3" type="subTitle"/>
          </p:nvPr>
        </p:nvSpPr>
        <p:spPr>
          <a:xfrm>
            <a:off x="1289304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80" name="Google Shape;780;p16"/>
          <p:cNvSpPr txBox="1"/>
          <p:nvPr>
            <p:ph idx="4" type="subTitle"/>
          </p:nvPr>
        </p:nvSpPr>
        <p:spPr>
          <a:xfrm>
            <a:off x="6217920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1" name="Google Shape;781;p16"/>
          <p:cNvSpPr txBox="1"/>
          <p:nvPr>
            <p:ph idx="5" type="subTitle"/>
          </p:nvPr>
        </p:nvSpPr>
        <p:spPr>
          <a:xfrm>
            <a:off x="3749040" y="1581912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82" name="Google Shape;782;p16"/>
          <p:cNvSpPr txBox="1"/>
          <p:nvPr>
            <p:ph idx="6" type="subTitle"/>
          </p:nvPr>
        </p:nvSpPr>
        <p:spPr>
          <a:xfrm>
            <a:off x="1289304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 of text">
  <p:cSld name="CUSTOM_8"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17"/>
          <p:cNvSpPr txBox="1"/>
          <p:nvPr>
            <p:ph type="title"/>
          </p:nvPr>
        </p:nvSpPr>
        <p:spPr>
          <a:xfrm>
            <a:off x="3090672" y="338328"/>
            <a:ext cx="29628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5" name="Google Shape;785;p17"/>
          <p:cNvSpPr txBox="1"/>
          <p:nvPr>
            <p:ph idx="1" type="subTitle"/>
          </p:nvPr>
        </p:nvSpPr>
        <p:spPr>
          <a:xfrm>
            <a:off x="152242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86" name="Google Shape;786;p17"/>
          <p:cNvSpPr txBox="1"/>
          <p:nvPr>
            <p:ph idx="2" type="subTitle"/>
          </p:nvPr>
        </p:nvSpPr>
        <p:spPr>
          <a:xfrm>
            <a:off x="152242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87" name="Google Shape;787;p17"/>
          <p:cNvSpPr txBox="1"/>
          <p:nvPr>
            <p:ph idx="3" type="subTitle"/>
          </p:nvPr>
        </p:nvSpPr>
        <p:spPr>
          <a:xfrm>
            <a:off x="3689552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88" name="Google Shape;788;p17"/>
          <p:cNvSpPr txBox="1"/>
          <p:nvPr>
            <p:ph idx="4" type="subTitle"/>
          </p:nvPr>
        </p:nvSpPr>
        <p:spPr>
          <a:xfrm>
            <a:off x="3689552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89" name="Google Shape;789;p17"/>
          <p:cNvSpPr txBox="1"/>
          <p:nvPr>
            <p:ph idx="5" type="subTitle"/>
          </p:nvPr>
        </p:nvSpPr>
        <p:spPr>
          <a:xfrm>
            <a:off x="585667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90" name="Google Shape;790;p17"/>
          <p:cNvSpPr txBox="1"/>
          <p:nvPr>
            <p:ph idx="6" type="subTitle"/>
          </p:nvPr>
        </p:nvSpPr>
        <p:spPr>
          <a:xfrm>
            <a:off x="585667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91" name="Google Shape;791;p17"/>
          <p:cNvSpPr txBox="1"/>
          <p:nvPr>
            <p:ph idx="7" type="subTitle"/>
          </p:nvPr>
        </p:nvSpPr>
        <p:spPr>
          <a:xfrm>
            <a:off x="152242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92" name="Google Shape;792;p17"/>
          <p:cNvSpPr txBox="1"/>
          <p:nvPr>
            <p:ph idx="8" type="subTitle"/>
          </p:nvPr>
        </p:nvSpPr>
        <p:spPr>
          <a:xfrm>
            <a:off x="152242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93" name="Google Shape;793;p17"/>
          <p:cNvSpPr txBox="1"/>
          <p:nvPr>
            <p:ph idx="9" type="subTitle"/>
          </p:nvPr>
        </p:nvSpPr>
        <p:spPr>
          <a:xfrm>
            <a:off x="3597450" y="3215961"/>
            <a:ext cx="194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94" name="Google Shape;794;p17"/>
          <p:cNvSpPr txBox="1"/>
          <p:nvPr>
            <p:ph idx="13" type="subTitle"/>
          </p:nvPr>
        </p:nvSpPr>
        <p:spPr>
          <a:xfrm>
            <a:off x="3597500" y="3556017"/>
            <a:ext cx="19491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795" name="Google Shape;795;p17"/>
          <p:cNvSpPr txBox="1"/>
          <p:nvPr>
            <p:ph idx="14" type="subTitle"/>
          </p:nvPr>
        </p:nvSpPr>
        <p:spPr>
          <a:xfrm>
            <a:off x="585667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796" name="Google Shape;796;p17"/>
          <p:cNvSpPr txBox="1"/>
          <p:nvPr>
            <p:ph idx="15" type="subTitle"/>
          </p:nvPr>
        </p:nvSpPr>
        <p:spPr>
          <a:xfrm>
            <a:off x="585667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797" name="Google Shape;797;p17"/>
          <p:cNvCxnSpPr/>
          <p:nvPr/>
        </p:nvCxnSpPr>
        <p:spPr>
          <a:xfrm>
            <a:off x="2904283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8" name="Google Shape;798;p17"/>
          <p:cNvCxnSpPr/>
          <p:nvPr/>
        </p:nvCxnSpPr>
        <p:spPr>
          <a:xfrm flipH="1" rot="10800000">
            <a:off x="1562083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9" name="Google Shape;799;p17"/>
          <p:cNvCxnSpPr/>
          <p:nvPr/>
        </p:nvCxnSpPr>
        <p:spPr>
          <a:xfrm>
            <a:off x="259558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0" name="Google Shape;800;p17"/>
          <p:cNvCxnSpPr/>
          <p:nvPr/>
        </p:nvCxnSpPr>
        <p:spPr>
          <a:xfrm>
            <a:off x="-6867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01" name="Google Shape;801;p17"/>
          <p:cNvGrpSpPr/>
          <p:nvPr/>
        </p:nvGrpSpPr>
        <p:grpSpPr>
          <a:xfrm flipH="1">
            <a:off x="1278333" y="4513075"/>
            <a:ext cx="581800" cy="582350"/>
            <a:chOff x="8064275" y="887850"/>
            <a:chExt cx="581800" cy="582350"/>
          </a:xfrm>
        </p:grpSpPr>
        <p:sp>
          <p:nvSpPr>
            <p:cNvPr id="802" name="Google Shape;802;p1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1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1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1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1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1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8" name="Google Shape;808;p17"/>
          <p:cNvGrpSpPr/>
          <p:nvPr/>
        </p:nvGrpSpPr>
        <p:grpSpPr>
          <a:xfrm flipH="1">
            <a:off x="2747608" y="4340463"/>
            <a:ext cx="292025" cy="292575"/>
            <a:chOff x="7353050" y="316275"/>
            <a:chExt cx="292025" cy="292575"/>
          </a:xfrm>
        </p:grpSpPr>
        <p:sp>
          <p:nvSpPr>
            <p:cNvPr id="809" name="Google Shape;809;p1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1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1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1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3" name="Google Shape;813;p17"/>
          <p:cNvGrpSpPr/>
          <p:nvPr/>
        </p:nvGrpSpPr>
        <p:grpSpPr>
          <a:xfrm flipH="1">
            <a:off x="171308" y="4315025"/>
            <a:ext cx="175000" cy="175000"/>
            <a:chOff x="8792300" y="321275"/>
            <a:chExt cx="175000" cy="175000"/>
          </a:xfrm>
        </p:grpSpPr>
        <p:sp>
          <p:nvSpPr>
            <p:cNvPr id="814" name="Google Shape;814;p1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1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1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1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8" name="Google Shape;818;p17"/>
          <p:cNvGrpSpPr/>
          <p:nvPr/>
        </p:nvGrpSpPr>
        <p:grpSpPr>
          <a:xfrm>
            <a:off x="3873197" y="4657550"/>
            <a:ext cx="293111" cy="293388"/>
            <a:chOff x="3164039" y="430875"/>
            <a:chExt cx="293111" cy="293388"/>
          </a:xfrm>
        </p:grpSpPr>
        <p:sp>
          <p:nvSpPr>
            <p:cNvPr id="819" name="Google Shape;819;p1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1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1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1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1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1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5" name="Google Shape;825;p17"/>
          <p:cNvGrpSpPr/>
          <p:nvPr/>
        </p:nvGrpSpPr>
        <p:grpSpPr>
          <a:xfrm flipH="1">
            <a:off x="242270" y="4142425"/>
            <a:ext cx="175013" cy="27000"/>
            <a:chOff x="5662375" y="212375"/>
            <a:chExt cx="175013" cy="27000"/>
          </a:xfrm>
        </p:grpSpPr>
        <p:sp>
          <p:nvSpPr>
            <p:cNvPr id="826" name="Google Shape;826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29" name="Google Shape;829;p17"/>
          <p:cNvCxnSpPr/>
          <p:nvPr/>
        </p:nvCxnSpPr>
        <p:spPr>
          <a:xfrm rot="10800000">
            <a:off x="5995050" y="226600"/>
            <a:ext cx="1504500" cy="224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0" name="Google Shape;830;p17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1" name="Google Shape;831;p17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32" name="Google Shape;832;p17"/>
          <p:cNvGrpSpPr/>
          <p:nvPr/>
        </p:nvGrpSpPr>
        <p:grpSpPr>
          <a:xfrm>
            <a:off x="8064275" y="1040250"/>
            <a:ext cx="581800" cy="582350"/>
            <a:chOff x="8064275" y="887850"/>
            <a:chExt cx="581800" cy="582350"/>
          </a:xfrm>
        </p:grpSpPr>
        <p:sp>
          <p:nvSpPr>
            <p:cNvPr id="833" name="Google Shape;833;p1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1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1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1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1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1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9" name="Google Shape;839;p17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840" name="Google Shape;840;p1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1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1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1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4" name="Google Shape;844;p17"/>
          <p:cNvGrpSpPr/>
          <p:nvPr/>
        </p:nvGrpSpPr>
        <p:grpSpPr>
          <a:xfrm>
            <a:off x="8792300" y="321275"/>
            <a:ext cx="175000" cy="175000"/>
            <a:chOff x="8792300" y="321275"/>
            <a:chExt cx="175000" cy="175000"/>
          </a:xfrm>
        </p:grpSpPr>
        <p:sp>
          <p:nvSpPr>
            <p:cNvPr id="845" name="Google Shape;845;p1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1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1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1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9" name="Google Shape;849;p17"/>
          <p:cNvSpPr/>
          <p:nvPr/>
        </p:nvSpPr>
        <p:spPr>
          <a:xfrm>
            <a:off x="5829305" y="68707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17"/>
          <p:cNvSpPr/>
          <p:nvPr/>
        </p:nvSpPr>
        <p:spPr>
          <a:xfrm>
            <a:off x="5827050" y="66175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17"/>
          <p:cNvSpPr/>
          <p:nvPr/>
        </p:nvSpPr>
        <p:spPr>
          <a:xfrm>
            <a:off x="5865794" y="10520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17"/>
          <p:cNvSpPr/>
          <p:nvPr/>
        </p:nvSpPr>
        <p:spPr>
          <a:xfrm>
            <a:off x="5863552" y="102677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17"/>
          <p:cNvSpPr/>
          <p:nvPr/>
        </p:nvSpPr>
        <p:spPr>
          <a:xfrm>
            <a:off x="5905382" y="144784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17"/>
          <p:cNvSpPr/>
          <p:nvPr/>
        </p:nvSpPr>
        <p:spPr>
          <a:xfrm>
            <a:off x="5903140" y="142542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5" name="Google Shape;855;p17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856" name="Google Shape;856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9" name="Google Shape;859;p17"/>
          <p:cNvGrpSpPr/>
          <p:nvPr/>
        </p:nvGrpSpPr>
        <p:grpSpPr>
          <a:xfrm>
            <a:off x="8678350" y="1658000"/>
            <a:ext cx="175013" cy="27000"/>
            <a:chOff x="5662375" y="212375"/>
            <a:chExt cx="175013" cy="27000"/>
          </a:xfrm>
        </p:grpSpPr>
        <p:sp>
          <p:nvSpPr>
            <p:cNvPr id="860" name="Google Shape;860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3">
  <p:cSld name="CUSTOM_13"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18"/>
          <p:cNvSpPr txBox="1"/>
          <p:nvPr>
            <p:ph type="title"/>
          </p:nvPr>
        </p:nvSpPr>
        <p:spPr>
          <a:xfrm>
            <a:off x="2962656" y="338328"/>
            <a:ext cx="3218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865" name="Google Shape;865;p18"/>
          <p:cNvGrpSpPr/>
          <p:nvPr/>
        </p:nvGrpSpPr>
        <p:grpSpPr>
          <a:xfrm>
            <a:off x="261711" y="-1158"/>
            <a:ext cx="8550327" cy="3981600"/>
            <a:chOff x="261711" y="-1158"/>
            <a:chExt cx="8550327" cy="3981600"/>
          </a:xfrm>
        </p:grpSpPr>
        <p:cxnSp>
          <p:nvCxnSpPr>
            <p:cNvPr id="866" name="Google Shape;866;p1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7" name="Google Shape;867;p1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868" name="Google Shape;868;p1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869" name="Google Shape;869;p1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0" name="Google Shape;870;p1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1" name="Google Shape;871;p1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2" name="Google Shape;872;p1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73" name="Google Shape;873;p1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874" name="Google Shape;874;p1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5" name="Google Shape;875;p1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6" name="Google Shape;876;p1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7" name="Google Shape;877;p1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78" name="Google Shape;878;p1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879" name="Google Shape;879;p1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0" name="Google Shape;880;p1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1" name="Google Shape;881;p1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2" name="Google Shape;882;p1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3" name="Google Shape;883;p1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4" name="Google Shape;884;p1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85" name="Google Shape;885;p18"/>
          <p:cNvSpPr txBox="1"/>
          <p:nvPr>
            <p:ph idx="1" type="subTitle"/>
          </p:nvPr>
        </p:nvSpPr>
        <p:spPr>
          <a:xfrm>
            <a:off x="1408175" y="1035279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886" name="Google Shape;886;p18"/>
          <p:cNvSpPr txBox="1"/>
          <p:nvPr>
            <p:ph idx="2" type="subTitle"/>
          </p:nvPr>
        </p:nvSpPr>
        <p:spPr>
          <a:xfrm>
            <a:off x="1408175" y="1336956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887" name="Google Shape;887;p18"/>
          <p:cNvSpPr txBox="1"/>
          <p:nvPr>
            <p:ph idx="3" type="subTitle"/>
          </p:nvPr>
        </p:nvSpPr>
        <p:spPr>
          <a:xfrm>
            <a:off x="1408175" y="2309476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888" name="Google Shape;888;p18"/>
          <p:cNvSpPr txBox="1"/>
          <p:nvPr>
            <p:ph idx="4" type="subTitle"/>
          </p:nvPr>
        </p:nvSpPr>
        <p:spPr>
          <a:xfrm>
            <a:off x="1408175" y="2609979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889" name="Google Shape;889;p18"/>
          <p:cNvSpPr txBox="1"/>
          <p:nvPr>
            <p:ph idx="5" type="subTitle"/>
          </p:nvPr>
        </p:nvSpPr>
        <p:spPr>
          <a:xfrm>
            <a:off x="1408175" y="3587645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890" name="Google Shape;890;p18"/>
          <p:cNvSpPr txBox="1"/>
          <p:nvPr>
            <p:ph idx="6" type="subTitle"/>
          </p:nvPr>
        </p:nvSpPr>
        <p:spPr>
          <a:xfrm>
            <a:off x="1408175" y="3889317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of text 4">
  <p:cSld name="CUSTOM_14"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2" name="Google Shape;892;p19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3" name="Google Shape;893;p19"/>
          <p:cNvSpPr txBox="1"/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894" name="Google Shape;894;p19"/>
          <p:cNvCxnSpPr/>
          <p:nvPr/>
        </p:nvCxnSpPr>
        <p:spPr>
          <a:xfrm flipH="1" rot="10800000">
            <a:off x="0" y="4332550"/>
            <a:ext cx="590700" cy="66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95" name="Google Shape;895;p19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896" name="Google Shape;896;p1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1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1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1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0" name="Google Shape;900;p19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901" name="Google Shape;901;p1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1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1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1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1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1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07" name="Google Shape;907;p19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8" name="Google Shape;908;p19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09" name="Google Shape;909;p19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910" name="Google Shape;910;p1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1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1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1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1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1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6" name="Google Shape;916;p19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917" name="Google Shape;917;p1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1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1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1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1" name="Google Shape;921;p19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922" name="Google Shape;922;p1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1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1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1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6" name="Google Shape;926;p19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927" name="Google Shape;927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0" name="Google Shape;930;p19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931" name="Google Shape;931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4" name="Google Shape;934;p19"/>
          <p:cNvSpPr txBox="1"/>
          <p:nvPr>
            <p:ph idx="1" type="subTitle"/>
          </p:nvPr>
        </p:nvSpPr>
        <p:spPr>
          <a:xfrm>
            <a:off x="5641848" y="2743200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935" name="Google Shape;935;p19"/>
          <p:cNvSpPr txBox="1"/>
          <p:nvPr>
            <p:ph idx="2" type="subTitle"/>
          </p:nvPr>
        </p:nvSpPr>
        <p:spPr>
          <a:xfrm>
            <a:off x="3639312" y="1636776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936" name="Google Shape;936;p19"/>
          <p:cNvSpPr txBox="1"/>
          <p:nvPr>
            <p:ph idx="3" type="subTitle"/>
          </p:nvPr>
        </p:nvSpPr>
        <p:spPr>
          <a:xfrm>
            <a:off x="1636776" y="2249424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/>
        </p:txBody>
      </p:sp>
      <p:sp>
        <p:nvSpPr>
          <p:cNvPr id="937" name="Google Shape;937;p19"/>
          <p:cNvSpPr txBox="1"/>
          <p:nvPr>
            <p:ph idx="4" type="subTitle"/>
          </p:nvPr>
        </p:nvSpPr>
        <p:spPr>
          <a:xfrm>
            <a:off x="5641848" y="3081528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38" name="Google Shape;938;p19"/>
          <p:cNvSpPr txBox="1"/>
          <p:nvPr>
            <p:ph idx="5" type="subTitle"/>
          </p:nvPr>
        </p:nvSpPr>
        <p:spPr>
          <a:xfrm>
            <a:off x="3639312" y="1975104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939" name="Google Shape;939;p19"/>
          <p:cNvSpPr txBox="1"/>
          <p:nvPr>
            <p:ph idx="6" type="subTitle"/>
          </p:nvPr>
        </p:nvSpPr>
        <p:spPr>
          <a:xfrm>
            <a:off x="1636776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1" name="Google Shape;941;p20"/>
          <p:cNvGrpSpPr/>
          <p:nvPr/>
        </p:nvGrpSpPr>
        <p:grpSpPr>
          <a:xfrm rot="10800000">
            <a:off x="1954823" y="1124844"/>
            <a:ext cx="5234354" cy="3069144"/>
            <a:chOff x="1098425" y="237675"/>
            <a:chExt cx="5358675" cy="5174750"/>
          </a:xfrm>
        </p:grpSpPr>
        <p:sp>
          <p:nvSpPr>
            <p:cNvPr id="942" name="Google Shape;942;p20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20"/>
            <p:cNvSpPr/>
            <p:nvPr/>
          </p:nvSpPr>
          <p:spPr>
            <a:xfrm>
              <a:off x="1098425" y="237675"/>
              <a:ext cx="5358675" cy="5173850"/>
            </a:xfrm>
            <a:custGeom>
              <a:rect b="b" l="l" r="r" t="t"/>
              <a:pathLst>
                <a:path extrusionOk="0" h="206954" w="214347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20"/>
            <p:cNvSpPr/>
            <p:nvPr/>
          </p:nvSpPr>
          <p:spPr>
            <a:xfrm>
              <a:off x="1119425" y="238125"/>
              <a:ext cx="5331675" cy="5174300"/>
            </a:xfrm>
            <a:custGeom>
              <a:rect b="b" l="l" r="r" t="t"/>
              <a:pathLst>
                <a:path extrusionOk="0" h="206972" w="213267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5" name="Google Shape;945;p20"/>
          <p:cNvSpPr txBox="1"/>
          <p:nvPr>
            <p:ph idx="1" type="subTitle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946" name="Google Shape;946;p20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7" name="Google Shape;947;p20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8" name="Google Shape;948;p20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9" name="Google Shape;949;p20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50" name="Google Shape;950;p20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51" name="Google Shape;951;p2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2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2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2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2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2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7" name="Google Shape;957;p20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958" name="Google Shape;958;p2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2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2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2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2" name="Google Shape;962;p20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963" name="Google Shape;963;p2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2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2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2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7" name="Google Shape;967;p20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968" name="Google Shape;968;p2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2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2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2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2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2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4" name="Google Shape;974;p20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975" name="Google Shape;975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78" name="Google Shape;978;p20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9" name="Google Shape;979;p20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0" name="Google Shape;980;p20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81" name="Google Shape;981;p20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982" name="Google Shape;982;p20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20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20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20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20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20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8" name="Google Shape;988;p20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989" name="Google Shape;989;p20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20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20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20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3" name="Google Shape;993;p20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994" name="Google Shape;994;p20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20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20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20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8" name="Google Shape;998;p20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20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20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20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20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20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4" name="Google Shape;1004;p20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005" name="Google Shape;1005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8" name="Google Shape;1008;p20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009" name="Google Shape;1009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2" name="Google Shape;1012;p20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013" name="Google Shape;1013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6" name="Google Shape;1016;p20"/>
          <p:cNvSpPr txBox="1"/>
          <p:nvPr>
            <p:ph hasCustomPrompt="1" type="title"/>
          </p:nvPr>
        </p:nvSpPr>
        <p:spPr>
          <a:xfrm>
            <a:off x="2624328" y="2057400"/>
            <a:ext cx="39045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CUSTOM_10"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21"/>
          <p:cNvSpPr txBox="1"/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9" name="Google Shape;1019;p21"/>
          <p:cNvSpPr txBox="1"/>
          <p:nvPr>
            <p:ph idx="1" type="subTitle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1020" name="Google Shape;1020;p21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1" name="Google Shape;1021;p21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2" name="Google Shape;1022;p21"/>
          <p:cNvCxnSpPr/>
          <p:nvPr/>
        </p:nvCxnSpPr>
        <p:spPr>
          <a:xfrm flipH="1" rot="10800000">
            <a:off x="0" y="274188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23" name="Google Shape;1023;p21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1024" name="Google Shape;1024;p2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2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2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2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8" name="Google Shape;1028;p21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1029" name="Google Shape;1029;p2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2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2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2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2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2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5" name="Google Shape;1035;p21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1036" name="Google Shape;1036;p2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2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2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39" name="Google Shape;1039;p21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40" name="Google Shape;1040;p21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1041" name="Google Shape;1041;p2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2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2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2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2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2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7" name="Google Shape;1047;p21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1048" name="Google Shape;1048;p2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2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2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2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2" name="Google Shape;1052;p21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1053" name="Google Shape;1053;p2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2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2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56" name="Google Shape;1056;p21"/>
          <p:cNvCxnSpPr/>
          <p:nvPr/>
        </p:nvCxnSpPr>
        <p:spPr>
          <a:xfrm flipH="1">
            <a:off x="5101704" y="4513075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7" name="Google Shape;1057;p21"/>
          <p:cNvCxnSpPr/>
          <p:nvPr/>
        </p:nvCxnSpPr>
        <p:spPr>
          <a:xfrm rot="10800000">
            <a:off x="6234804" y="4492325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8" name="Google Shape;1058;p21"/>
          <p:cNvCxnSpPr/>
          <p:nvPr/>
        </p:nvCxnSpPr>
        <p:spPr>
          <a:xfrm flipH="1">
            <a:off x="7547529" y="4408000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9" name="Google Shape;1059;p21"/>
          <p:cNvCxnSpPr/>
          <p:nvPr/>
        </p:nvCxnSpPr>
        <p:spPr>
          <a:xfrm flipH="1">
            <a:off x="8872054" y="399355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60" name="Google Shape;1060;p21"/>
          <p:cNvGrpSpPr/>
          <p:nvPr/>
        </p:nvGrpSpPr>
        <p:grpSpPr>
          <a:xfrm>
            <a:off x="7278954" y="4513075"/>
            <a:ext cx="581800" cy="582350"/>
            <a:chOff x="8064275" y="887850"/>
            <a:chExt cx="581800" cy="582350"/>
          </a:xfrm>
        </p:grpSpPr>
        <p:sp>
          <p:nvSpPr>
            <p:cNvPr id="1061" name="Google Shape;1061;p21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21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21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21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21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21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7" name="Google Shape;1067;p21"/>
          <p:cNvGrpSpPr/>
          <p:nvPr/>
        </p:nvGrpSpPr>
        <p:grpSpPr>
          <a:xfrm>
            <a:off x="6099454" y="4340463"/>
            <a:ext cx="292025" cy="292575"/>
            <a:chOff x="7353050" y="316275"/>
            <a:chExt cx="292025" cy="292575"/>
          </a:xfrm>
        </p:grpSpPr>
        <p:sp>
          <p:nvSpPr>
            <p:cNvPr id="1068" name="Google Shape;1068;p21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21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21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1" name="Google Shape;1071;p21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2" name="Google Shape;1072;p21"/>
          <p:cNvGrpSpPr/>
          <p:nvPr/>
        </p:nvGrpSpPr>
        <p:grpSpPr>
          <a:xfrm>
            <a:off x="8792779" y="4315025"/>
            <a:ext cx="175000" cy="175000"/>
            <a:chOff x="8792300" y="321275"/>
            <a:chExt cx="175000" cy="175000"/>
          </a:xfrm>
        </p:grpSpPr>
        <p:sp>
          <p:nvSpPr>
            <p:cNvPr id="1073" name="Google Shape;1073;p21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21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21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21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7" name="Google Shape;1077;p21"/>
          <p:cNvGrpSpPr/>
          <p:nvPr/>
        </p:nvGrpSpPr>
        <p:grpSpPr>
          <a:xfrm flipH="1">
            <a:off x="4972779" y="4657550"/>
            <a:ext cx="293111" cy="293388"/>
            <a:chOff x="3164039" y="430875"/>
            <a:chExt cx="293111" cy="293388"/>
          </a:xfrm>
        </p:grpSpPr>
        <p:sp>
          <p:nvSpPr>
            <p:cNvPr id="1078" name="Google Shape;1078;p2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2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2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2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2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2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4" name="Google Shape;1084;p21"/>
          <p:cNvGrpSpPr/>
          <p:nvPr/>
        </p:nvGrpSpPr>
        <p:grpSpPr>
          <a:xfrm>
            <a:off x="8721804" y="4142425"/>
            <a:ext cx="175013" cy="27000"/>
            <a:chOff x="5662375" y="212375"/>
            <a:chExt cx="175013" cy="27000"/>
          </a:xfrm>
        </p:grpSpPr>
        <p:sp>
          <p:nvSpPr>
            <p:cNvPr id="1085" name="Google Shape;1085;p2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2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2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6"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22"/>
          <p:cNvSpPr txBox="1"/>
          <p:nvPr>
            <p:ph type="title"/>
          </p:nvPr>
        </p:nvSpPr>
        <p:spPr>
          <a:xfrm>
            <a:off x="896100" y="1984450"/>
            <a:ext cx="34572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cxnSp>
        <p:nvCxnSpPr>
          <p:cNvPr id="1090" name="Google Shape;1090;p22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1" name="Google Shape;1091;p22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2" name="Google Shape;1092;p22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93" name="Google Shape;1093;p22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1094" name="Google Shape;1094;p2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2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2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2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2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2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0" name="Google Shape;1100;p22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1101" name="Google Shape;1101;p2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2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2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2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5" name="Google Shape;1105;p22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22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22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p22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22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22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11" name="Google Shape;1111;p22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1112" name="Google Shape;1112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5" name="Google Shape;1115;p22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1116" name="Google Shape;1116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9" name="Google Shape;1119;p22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1120" name="Google Shape;1120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23" name="Google Shape;1123;p22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4" name="Google Shape;1124;p22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25" name="Google Shape;1125;p22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1126" name="Google Shape;1126;p22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22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22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22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22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22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2" name="Google Shape;1132;p22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1133" name="Google Shape;1133;p22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22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22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22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7" name="Google Shape;1137;p22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1138" name="Google Shape;1138;p22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22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22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22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2" name="Google Shape;1142;p22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1143" name="Google Shape;1143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6" name="Google Shape;1146;p22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1147" name="Google Shape;1147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23"/>
          <p:cNvSpPr txBox="1"/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2" name="Google Shape;1152;p23"/>
          <p:cNvSpPr txBox="1"/>
          <p:nvPr>
            <p:ph idx="1" type="subTitle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53" name="Google Shape;1153;p23"/>
          <p:cNvSpPr txBox="1"/>
          <p:nvPr>
            <p:ph idx="2" type="subTitle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154" name="Google Shape;1154;p23"/>
          <p:cNvSpPr txBox="1"/>
          <p:nvPr>
            <p:ph idx="3" type="subTitle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5" name="Google Shape;1155;p23"/>
          <p:cNvSpPr txBox="1"/>
          <p:nvPr>
            <p:ph idx="4" type="subTitle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6" name="Google Shape;1156;p23"/>
          <p:cNvSpPr txBox="1"/>
          <p:nvPr>
            <p:ph idx="5" type="title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57" name="Google Shape;1157;p23"/>
          <p:cNvSpPr txBox="1"/>
          <p:nvPr>
            <p:ph idx="6" type="title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1158" name="Google Shape;1158;p2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159" name="Google Shape;1159;p2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160" name="Google Shape;1160;p2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61" name="Google Shape;1161;p2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2" name="Google Shape;1162;p2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3" name="Google Shape;1163;p2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4" name="Google Shape;1164;p2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5" name="Google Shape;1165;p2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6" name="Google Shape;1166;p2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67" name="Google Shape;1167;p2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168" name="Google Shape;1168;p2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9" name="Google Shape;1169;p2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0" name="Google Shape;1170;p2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1" name="Google Shape;1171;p2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72" name="Google Shape;1172;p2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173" name="Google Shape;1173;p2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4" name="Google Shape;1174;p2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5" name="Google Shape;1175;p2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6" name="Google Shape;1176;p2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177" name="Google Shape;1177;p2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178" name="Google Shape;1178;p2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179" name="Google Shape;1179;p2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0" name="Google Shape;1180;p2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1" name="Google Shape;1181;p2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2" name="Google Shape;1182;p2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3" name="Google Shape;1183;p2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4" name="Google Shape;1184;p2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5" name="Google Shape;1185;p2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186" name="Google Shape;1186;p2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7" name="Google Shape;1187;p2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8" name="Google Shape;1188;p2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9" name="Google Shape;1189;p2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90" name="Google Shape;1190;p2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191" name="Google Shape;1191;p2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2" name="Google Shape;1192;p2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3" name="Google Shape;1193;p2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4" name="Google Shape;1194;p2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95" name="Google Shape;1195;p2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196" name="Google Shape;1196;p2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7" name="Google Shape;1197;p2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8" name="Google Shape;1198;p2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99" name="Google Shape;1199;p2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200" name="Google Shape;1200;p2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1" name="Google Shape;1201;p2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2" name="Google Shape;1202;p2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03" name="Google Shape;1203;p2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204" name="Google Shape;1204;p2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5" name="Google Shape;1205;p2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6" name="Google Shape;1206;p2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07" name="Google Shape;1207;p2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208" name="Google Shape;1208;p2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9" name="Google Shape;1209;p2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0" name="Google Shape;1210;p2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211" name="Google Shape;1211;p2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2" name="Google Shape;1212;p2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13" name="Google Shape;1213;p2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2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2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2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24"/>
          <p:cNvSpPr txBox="1"/>
          <p:nvPr>
            <p:ph idx="1" type="body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</a:lstStyle>
          <a:p/>
        </p:txBody>
      </p:sp>
      <p:sp>
        <p:nvSpPr>
          <p:cNvPr id="1219" name="Google Shape;1219;p24"/>
          <p:cNvSpPr txBox="1"/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1220" name="Google Shape;1220;p24"/>
          <p:cNvCxnSpPr/>
          <p:nvPr/>
        </p:nvCxnSpPr>
        <p:spPr>
          <a:xfrm>
            <a:off x="590450" y="4340600"/>
            <a:ext cx="1212900" cy="42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1" name="Google Shape;1221;p24"/>
          <p:cNvCxnSpPr/>
          <p:nvPr/>
        </p:nvCxnSpPr>
        <p:spPr>
          <a:xfrm flipH="1" rot="10800000">
            <a:off x="7975" y="4332600"/>
            <a:ext cx="582600" cy="654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22" name="Google Shape;1222;p24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223" name="Google Shape;1223;p2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2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2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2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7" name="Google Shape;1227;p24"/>
          <p:cNvGrpSpPr/>
          <p:nvPr/>
        </p:nvGrpSpPr>
        <p:grpSpPr>
          <a:xfrm>
            <a:off x="1646714" y="4616575"/>
            <a:ext cx="293111" cy="293388"/>
            <a:chOff x="3164039" y="430875"/>
            <a:chExt cx="293111" cy="293388"/>
          </a:xfrm>
        </p:grpSpPr>
        <p:sp>
          <p:nvSpPr>
            <p:cNvPr id="1228" name="Google Shape;1228;p2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2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2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2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2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2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234" name="Google Shape;1234;p24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5" name="Google Shape;1235;p24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36" name="Google Shape;1236;p24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237" name="Google Shape;1237;p24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24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24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24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24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24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3" name="Google Shape;1243;p24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244" name="Google Shape;1244;p24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24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24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24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8" name="Google Shape;1248;p24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249" name="Google Shape;1249;p24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24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24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24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3" name="Google Shape;1253;p24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254" name="Google Shape;1254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7" name="Google Shape;1257;p24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258" name="Google Shape;1258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9"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25"/>
          <p:cNvSpPr txBox="1"/>
          <p:nvPr>
            <p:ph type="title"/>
          </p:nvPr>
        </p:nvSpPr>
        <p:spPr>
          <a:xfrm>
            <a:off x="2105425" y="384048"/>
            <a:ext cx="49377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9pPr>
          </a:lstStyle>
          <a:p/>
        </p:txBody>
      </p:sp>
      <p:sp>
        <p:nvSpPr>
          <p:cNvPr id="1263" name="Google Shape;1263;p25"/>
          <p:cNvSpPr txBox="1"/>
          <p:nvPr>
            <p:ph idx="1" type="subTitle"/>
          </p:nvPr>
        </p:nvSpPr>
        <p:spPr>
          <a:xfrm>
            <a:off x="3017520" y="1709928"/>
            <a:ext cx="3099900" cy="14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264" name="Google Shape;1264;p25"/>
          <p:cNvSpPr txBox="1"/>
          <p:nvPr/>
        </p:nvSpPr>
        <p:spPr>
          <a:xfrm>
            <a:off x="2489375" y="3664200"/>
            <a:ext cx="4161600" cy="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CREDITS:</a:t>
            </a:r>
            <a:r>
              <a:rPr b="0" i="0" lang="en" sz="11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This presentation template was created by </a:t>
            </a:r>
            <a:r>
              <a:rPr b="0" i="0" lang="en" sz="1100" u="none" cap="none" strike="noStrike">
                <a:solidFill>
                  <a:schemeClr val="hlink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2"/>
              </a:rPr>
              <a:t>Slidesgo</a:t>
            </a:r>
            <a:r>
              <a:rPr b="0" i="0" lang="en" sz="11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including icons by </a:t>
            </a:r>
            <a:r>
              <a:rPr b="0" i="0" lang="en" sz="1100" u="none" cap="none" strike="noStrike">
                <a:solidFill>
                  <a:schemeClr val="hlink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3"/>
              </a:rPr>
              <a:t>Flaticon</a:t>
            </a:r>
            <a:r>
              <a:rPr b="0" i="0" lang="en" sz="11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infographics &amp; images by </a:t>
            </a:r>
            <a:r>
              <a:rPr b="0" i="0" lang="en" sz="1100" u="none" cap="none" strike="noStrike">
                <a:solidFill>
                  <a:schemeClr val="hlink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4"/>
              </a:rPr>
              <a:t>Freepik</a:t>
            </a:r>
            <a:r>
              <a:rPr b="0" i="0" lang="en" sz="11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illustrations by </a:t>
            </a:r>
            <a:r>
              <a:rPr b="0" i="0" lang="en" sz="1100" u="none" cap="none" strike="noStrike">
                <a:solidFill>
                  <a:schemeClr val="hlink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5"/>
              </a:rPr>
              <a:t>Stories</a:t>
            </a:r>
            <a:endParaRPr b="0" i="0" sz="1400" u="none" cap="none" strike="noStrike"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1265" name="Google Shape;1265;p25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6" name="Google Shape;1266;p25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7" name="Google Shape;1267;p25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8" name="Google Shape;1268;p25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69" name="Google Shape;1269;p25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270" name="Google Shape;1270;p2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2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2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2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2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2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6" name="Google Shape;1276;p25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277" name="Google Shape;1277;p2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2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2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2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1" name="Google Shape;1281;p25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282" name="Google Shape;1282;p25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25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25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25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6" name="Google Shape;1286;p25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287" name="Google Shape;1287;p2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2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2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2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2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2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3" name="Google Shape;1293;p25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294" name="Google Shape;1294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297" name="Google Shape;1297;p25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8" name="Google Shape;1298;p25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9" name="Google Shape;1299;p25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00" name="Google Shape;1300;p25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01" name="Google Shape;1301;p25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25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25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25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25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25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7" name="Google Shape;1307;p25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08" name="Google Shape;1308;p25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25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25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25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2" name="Google Shape;1312;p25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13" name="Google Shape;1313;p25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25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25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25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7" name="Google Shape;1317;p25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8" name="Google Shape;1318;p25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9" name="Google Shape;1319;p25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p25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1" name="Google Shape;1321;p25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2" name="Google Shape;1322;p25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3" name="Google Shape;1323;p25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24" name="Google Shape;1324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7" name="Google Shape;1327;p25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28" name="Google Shape;1328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1" name="Google Shape;1331;p25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32" name="Google Shape;1332;p2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2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2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3"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26"/>
          <p:cNvSpPr txBox="1"/>
          <p:nvPr>
            <p:ph idx="1" type="body"/>
          </p:nvPr>
        </p:nvSpPr>
        <p:spPr>
          <a:xfrm>
            <a:off x="1881350" y="1246850"/>
            <a:ext cx="21333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337" name="Google Shape;1337;p26"/>
          <p:cNvSpPr txBox="1"/>
          <p:nvPr>
            <p:ph idx="2" type="body"/>
          </p:nvPr>
        </p:nvSpPr>
        <p:spPr>
          <a:xfrm>
            <a:off x="4220325" y="1246850"/>
            <a:ext cx="3099900" cy="3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●"/>
              <a:defRPr b="0" i="0" sz="12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sp>
        <p:nvSpPr>
          <p:cNvPr id="1338" name="Google Shape;1338;p26"/>
          <p:cNvSpPr txBox="1"/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339" name="Google Shape;1339;p26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340" name="Google Shape;1340;p2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341" name="Google Shape;1341;p2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342" name="Google Shape;1342;p2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3" name="Google Shape;1343;p2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4" name="Google Shape;1344;p2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5" name="Google Shape;1345;p2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6" name="Google Shape;1346;p2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7" name="Google Shape;1347;p2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48" name="Google Shape;1348;p2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349" name="Google Shape;1349;p2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0" name="Google Shape;1350;p2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1" name="Google Shape;1351;p2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2" name="Google Shape;1352;p2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53" name="Google Shape;1353;p2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54" name="Google Shape;1354;p2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5" name="Google Shape;1355;p2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6" name="Google Shape;1356;p2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7" name="Google Shape;1357;p2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358" name="Google Shape;1358;p2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359" name="Google Shape;1359;p2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60" name="Google Shape;1360;p2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1" name="Google Shape;1361;p2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2" name="Google Shape;1362;p2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3" name="Google Shape;1363;p2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4" name="Google Shape;1364;p2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5" name="Google Shape;1365;p2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66" name="Google Shape;1366;p2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367" name="Google Shape;1367;p2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8" name="Google Shape;1368;p2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9" name="Google Shape;1369;p2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0" name="Google Shape;1370;p2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71" name="Google Shape;1371;p2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372" name="Google Shape;1372;p2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3" name="Google Shape;1373;p2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4" name="Google Shape;1374;p2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5" name="Google Shape;1375;p2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76" name="Google Shape;1376;p2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377" name="Google Shape;1377;p2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8" name="Google Shape;1378;p2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9" name="Google Shape;1379;p2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80" name="Google Shape;1380;p2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381" name="Google Shape;1381;p2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2" name="Google Shape;1382;p2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3" name="Google Shape;1383;p2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84" name="Google Shape;1384;p2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385" name="Google Shape;1385;p2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6" name="Google Shape;1386;p2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7" name="Google Shape;1387;p2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88" name="Google Shape;1388;p2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389" name="Google Shape;1389;p2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0" name="Google Shape;1390;p2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1" name="Google Shape;1391;p2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392" name="Google Shape;1392;p2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93" name="Google Shape;1393;p2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94" name="Google Shape;1394;p2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2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2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2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27"/>
          <p:cNvSpPr txBox="1"/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00" name="Google Shape;1400;p27"/>
          <p:cNvSpPr txBox="1"/>
          <p:nvPr>
            <p:ph idx="1" type="body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 b="0" i="0" sz="1400" u="none" cap="none" strike="noStrike"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/>
        </p:txBody>
      </p:sp>
      <p:cxnSp>
        <p:nvCxnSpPr>
          <p:cNvPr id="1401" name="Google Shape;1401;p2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2" name="Google Shape;1402;p27"/>
          <p:cNvCxnSpPr/>
          <p:nvPr/>
        </p:nvCxnSpPr>
        <p:spPr>
          <a:xfrm flipH="1" rot="10800000">
            <a:off x="803050" y="529675"/>
            <a:ext cx="829500" cy="74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3" name="Google Shape;1403;p2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04" name="Google Shape;1404;p2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1405" name="Google Shape;1405;p2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p2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2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p2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2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2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1" name="Google Shape;1411;p2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1412" name="Google Shape;1412;p2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2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p2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2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6" name="Google Shape;1416;p27"/>
          <p:cNvSpPr/>
          <p:nvPr/>
        </p:nvSpPr>
        <p:spPr>
          <a:xfrm flipH="1">
            <a:off x="3166281" y="497632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7" name="Google Shape;1417;p27"/>
          <p:cNvSpPr/>
          <p:nvPr/>
        </p:nvSpPr>
        <p:spPr>
          <a:xfrm flipH="1">
            <a:off x="3164039" y="495100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8" name="Google Shape;1418;p27"/>
          <p:cNvSpPr/>
          <p:nvPr/>
        </p:nvSpPr>
        <p:spPr>
          <a:xfrm flipH="1">
            <a:off x="3202780" y="534134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9" name="Google Shape;1419;p27"/>
          <p:cNvSpPr/>
          <p:nvPr/>
        </p:nvSpPr>
        <p:spPr>
          <a:xfrm flipH="1">
            <a:off x="3200525" y="531602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0" name="Google Shape;1420;p27"/>
          <p:cNvSpPr/>
          <p:nvPr/>
        </p:nvSpPr>
        <p:spPr>
          <a:xfrm flipH="1">
            <a:off x="3242641" y="573709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1" name="Google Shape;1421;p27"/>
          <p:cNvSpPr/>
          <p:nvPr/>
        </p:nvSpPr>
        <p:spPr>
          <a:xfrm flipH="1">
            <a:off x="3240109" y="571467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22" name="Google Shape;1422;p2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1423" name="Google Shape;1423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26" name="Google Shape;1426;p2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1427" name="Google Shape;1427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30" name="Google Shape;1430;p2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1431" name="Google Shape;1431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34" name="Google Shape;1434;p2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5" name="Google Shape;1435;p27"/>
          <p:cNvCxnSpPr/>
          <p:nvPr/>
        </p:nvCxnSpPr>
        <p:spPr>
          <a:xfrm flipH="1" rot="10800000">
            <a:off x="0" y="4220425"/>
            <a:ext cx="791400" cy="836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36" name="Google Shape;1436;p2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1437" name="Google Shape;1437;p27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27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27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p27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p27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p27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3" name="Google Shape;1443;p2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1444" name="Google Shape;1444;p27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27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27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27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8" name="Google Shape;1448;p2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1449" name="Google Shape;1449;p27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27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27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27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53" name="Google Shape;1453;p2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1454" name="Google Shape;145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57" name="Google Shape;1457;p2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1458" name="Google Shape;1458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8"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63" name="Google Shape;1463;p29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4" name="Google Shape;1464;p29"/>
          <p:cNvCxnSpPr/>
          <p:nvPr/>
        </p:nvCxnSpPr>
        <p:spPr>
          <a:xfrm flipH="1" rot="-5400000">
            <a:off x="7181408" y="2082400"/>
            <a:ext cx="1342200" cy="3153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5" name="Google Shape;1465;p29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6" name="Google Shape;1466;p29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67" name="Google Shape;1467;p29"/>
          <p:cNvGrpSpPr/>
          <p:nvPr/>
        </p:nvGrpSpPr>
        <p:grpSpPr>
          <a:xfrm flipH="1" rot="5400000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468" name="Google Shape;1468;p2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2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2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2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2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p2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74" name="Google Shape;1474;p29"/>
          <p:cNvGrpSpPr/>
          <p:nvPr/>
        </p:nvGrpSpPr>
        <p:grpSpPr>
          <a:xfrm flipH="1" rot="5400000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475" name="Google Shape;1475;p2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2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79" name="Google Shape;1479;p29"/>
          <p:cNvGrpSpPr/>
          <p:nvPr/>
        </p:nvGrpSpPr>
        <p:grpSpPr>
          <a:xfrm flipH="1" rot="5400000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480" name="Google Shape;1480;p2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2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p2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2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84" name="Google Shape;1484;p29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485" name="Google Shape;1485;p2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2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p2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p2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2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2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91" name="Google Shape;1491;p29"/>
          <p:cNvGrpSpPr/>
          <p:nvPr/>
        </p:nvGrpSpPr>
        <p:grpSpPr>
          <a:xfrm flipH="1" rot="5400000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492" name="Google Shape;1492;p2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2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2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95" name="Google Shape;1495;p29"/>
          <p:cNvCxnSpPr/>
          <p:nvPr/>
        </p:nvCxnSpPr>
        <p:spPr>
          <a:xfrm flipH="1" rot="5400000">
            <a:off x="740850" y="2598325"/>
            <a:ext cx="1672500" cy="126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6" name="Google Shape;1496;p29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7" name="Google Shape;1497;p29"/>
          <p:cNvCxnSpPr/>
          <p:nvPr/>
        </p:nvCxnSpPr>
        <p:spPr>
          <a:xfrm flipH="1" rot="5400000">
            <a:off x="1105775" y="4151250"/>
            <a:ext cx="796500" cy="1188000"/>
          </a:xfrm>
          <a:prstGeom prst="straightConnector1">
            <a:avLst/>
          </a:prstGeom>
          <a:noFill/>
          <a:ln cap="flat" cmpd="sng" w="9525">
            <a:solidFill>
              <a:srgbClr val="1A2E3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498" name="Google Shape;1498;p29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499" name="Google Shape;1499;p29"/>
            <p:cNvSpPr/>
            <p:nvPr/>
          </p:nvSpPr>
          <p:spPr>
            <a:xfrm>
              <a:off x="8068750" y="892875"/>
              <a:ext cx="572875" cy="572325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29"/>
            <p:cNvSpPr/>
            <p:nvPr/>
          </p:nvSpPr>
          <p:spPr>
            <a:xfrm>
              <a:off x="8064275" y="887850"/>
              <a:ext cx="581800" cy="582350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29"/>
            <p:cNvSpPr/>
            <p:nvPr/>
          </p:nvSpPr>
          <p:spPr>
            <a:xfrm>
              <a:off x="8141175" y="965325"/>
              <a:ext cx="428000" cy="427425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29"/>
            <p:cNvSpPr/>
            <p:nvPr/>
          </p:nvSpPr>
          <p:spPr>
            <a:xfrm>
              <a:off x="8136725" y="960300"/>
              <a:ext cx="436925" cy="437475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p29"/>
            <p:cNvSpPr/>
            <p:nvPr/>
          </p:nvSpPr>
          <p:spPr>
            <a:xfrm>
              <a:off x="8219750" y="1043875"/>
              <a:ext cx="270300" cy="270300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29"/>
            <p:cNvSpPr/>
            <p:nvPr/>
          </p:nvSpPr>
          <p:spPr>
            <a:xfrm>
              <a:off x="8215300" y="1039425"/>
              <a:ext cx="279775" cy="279225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05" name="Google Shape;1505;p29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506" name="Google Shape;1506;p29"/>
            <p:cNvSpPr/>
            <p:nvPr/>
          </p:nvSpPr>
          <p:spPr>
            <a:xfrm>
              <a:off x="7358075" y="321275"/>
              <a:ext cx="282550" cy="282550"/>
            </a:xfrm>
            <a:custGeom>
              <a:rect b="b" l="l" r="r" t="t"/>
              <a:pathLst>
                <a:path extrusionOk="0" h="11302" w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29"/>
            <p:cNvSpPr/>
            <p:nvPr/>
          </p:nvSpPr>
          <p:spPr>
            <a:xfrm>
              <a:off x="7353050" y="316275"/>
              <a:ext cx="292025" cy="292575"/>
            </a:xfrm>
            <a:custGeom>
              <a:rect b="b" l="l" r="r" t="t"/>
              <a:pathLst>
                <a:path extrusionOk="0" h="11703" w="11681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29"/>
            <p:cNvSpPr/>
            <p:nvPr/>
          </p:nvSpPr>
          <p:spPr>
            <a:xfrm>
              <a:off x="7419925" y="383125"/>
              <a:ext cx="158275" cy="158300"/>
            </a:xfrm>
            <a:custGeom>
              <a:rect b="b" l="l" r="r" t="t"/>
              <a:pathLst>
                <a:path extrusionOk="0" h="6332" w="6331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29"/>
            <p:cNvSpPr/>
            <p:nvPr/>
          </p:nvSpPr>
          <p:spPr>
            <a:xfrm>
              <a:off x="7415475" y="378675"/>
              <a:ext cx="167750" cy="167775"/>
            </a:xfrm>
            <a:custGeom>
              <a:rect b="b" l="l" r="r" t="t"/>
              <a:pathLst>
                <a:path extrusionOk="0" h="6711" w="671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0" name="Google Shape;1510;p29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511" name="Google Shape;1511;p29"/>
            <p:cNvSpPr/>
            <p:nvPr/>
          </p:nvSpPr>
          <p:spPr>
            <a:xfrm>
              <a:off x="8796750" y="326300"/>
              <a:ext cx="166100" cy="165525"/>
            </a:xfrm>
            <a:custGeom>
              <a:rect b="b" l="l" r="r" t="t"/>
              <a:pathLst>
                <a:path extrusionOk="0" h="6621" w="6644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29"/>
            <p:cNvSpPr/>
            <p:nvPr/>
          </p:nvSpPr>
          <p:spPr>
            <a:xfrm>
              <a:off x="8792300" y="321275"/>
              <a:ext cx="175000" cy="175000"/>
            </a:xfrm>
            <a:custGeom>
              <a:rect b="b" l="l" r="r" t="t"/>
              <a:pathLst>
                <a:path extrusionOk="0" h="7000" w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29"/>
            <p:cNvSpPr/>
            <p:nvPr/>
          </p:nvSpPr>
          <p:spPr>
            <a:xfrm>
              <a:off x="8833525" y="362525"/>
              <a:ext cx="92550" cy="93075"/>
            </a:xfrm>
            <a:custGeom>
              <a:rect b="b" l="l" r="r" t="t"/>
              <a:pathLst>
                <a:path extrusionOk="0" h="3723" w="3702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29"/>
            <p:cNvSpPr/>
            <p:nvPr/>
          </p:nvSpPr>
          <p:spPr>
            <a:xfrm>
              <a:off x="8828525" y="358050"/>
              <a:ext cx="102550" cy="102000"/>
            </a:xfrm>
            <a:custGeom>
              <a:rect b="b" l="l" r="r" t="t"/>
              <a:pathLst>
                <a:path extrusionOk="0" h="4080" w="4102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5" name="Google Shape;1515;p29"/>
          <p:cNvSpPr/>
          <p:nvPr/>
        </p:nvSpPr>
        <p:spPr>
          <a:xfrm rot="5400000">
            <a:off x="1377117" y="1688743"/>
            <a:ext cx="288614" cy="288337"/>
          </a:xfrm>
          <a:custGeom>
            <a:rect b="b" l="l" r="r" t="t"/>
            <a:pathLst>
              <a:path extrusionOk="0" h="22893" w="22915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6" name="Google Shape;1516;p29"/>
          <p:cNvSpPr/>
          <p:nvPr/>
        </p:nvSpPr>
        <p:spPr>
          <a:xfrm rot="5400000">
            <a:off x="1374876" y="1686211"/>
            <a:ext cx="293111" cy="293388"/>
          </a:xfrm>
          <a:custGeom>
            <a:rect b="b" l="l" r="r" t="t"/>
            <a:pathLst>
              <a:path extrusionOk="0" h="23294" w="23272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7" name="Google Shape;1517;p29"/>
          <p:cNvSpPr/>
          <p:nvPr/>
        </p:nvSpPr>
        <p:spPr>
          <a:xfrm rot="5400000">
            <a:off x="1413610" y="1725239"/>
            <a:ext cx="215626" cy="215337"/>
          </a:xfrm>
          <a:custGeom>
            <a:rect b="b" l="l" r="r" t="t"/>
            <a:pathLst>
              <a:path extrusionOk="0" h="17097" w="1712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8" name="Google Shape;1518;p29"/>
          <p:cNvSpPr/>
          <p:nvPr/>
        </p:nvSpPr>
        <p:spPr>
          <a:xfrm rot="5400000">
            <a:off x="1411362" y="1722714"/>
            <a:ext cx="220123" cy="220400"/>
          </a:xfrm>
          <a:custGeom>
            <a:rect b="b" l="l" r="r" t="t"/>
            <a:pathLst>
              <a:path extrusionOk="0" h="17499" w="17477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9" name="Google Shape;1519;p29"/>
          <p:cNvSpPr/>
          <p:nvPr/>
        </p:nvSpPr>
        <p:spPr>
          <a:xfrm rot="5400000">
            <a:off x="1453339" y="1764682"/>
            <a:ext cx="136177" cy="136177"/>
          </a:xfrm>
          <a:custGeom>
            <a:rect b="b" l="l" r="r" t="t"/>
            <a:pathLst>
              <a:path extrusionOk="0" h="10812" w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0" name="Google Shape;1520;p29"/>
          <p:cNvSpPr/>
          <p:nvPr/>
        </p:nvSpPr>
        <p:spPr>
          <a:xfrm rot="5400000">
            <a:off x="1450946" y="1762579"/>
            <a:ext cx="140951" cy="140674"/>
          </a:xfrm>
          <a:custGeom>
            <a:rect b="b" l="l" r="r" t="t"/>
            <a:pathLst>
              <a:path extrusionOk="0" h="11169" w="11191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21" name="Google Shape;1521;p29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522" name="Google Shape;1522;p2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p2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2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25" name="Google Shape;1525;p29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526" name="Google Shape;1526;p2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2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2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29" name="Google Shape;1529;p29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530" name="Google Shape;1530;p2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2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2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9"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4" name="Google Shape;1534;p30"/>
          <p:cNvGrpSpPr/>
          <p:nvPr/>
        </p:nvGrpSpPr>
        <p:grpSpPr>
          <a:xfrm>
            <a:off x="261711" y="-1158"/>
            <a:ext cx="8550327" cy="3981600"/>
            <a:chOff x="261711" y="-1158"/>
            <a:chExt cx="8550327" cy="3981600"/>
          </a:xfrm>
        </p:grpSpPr>
        <p:cxnSp>
          <p:nvCxnSpPr>
            <p:cNvPr id="1535" name="Google Shape;1535;p30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36" name="Google Shape;1536;p30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537" name="Google Shape;1537;p30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538" name="Google Shape;1538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9" name="Google Shape;1539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6" name="Google Shape;154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47" name="Google Shape;1547;p30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548" name="Google Shape;1548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9" name="Google Shape;1549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0" name="Google Shape;1550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1" name="Google Shape;1551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2" name="Google Shape;1552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3" name="Google Shape;1553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20"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5" name="Google Shape;1555;p31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556" name="Google Shape;1556;p31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557" name="Google Shape;1557;p31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558" name="Google Shape;1558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9" name="Google Shape;1559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0" name="Google Shape;1560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1" name="Google Shape;1561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2" name="Google Shape;1562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3" name="Google Shape;1563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64" name="Google Shape;1564;p31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565" name="Google Shape;1565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6" name="Google Shape;1566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7" name="Google Shape;1567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8" name="Google Shape;1568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69" name="Google Shape;1569;p31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570" name="Google Shape;1570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1" name="Google Shape;1571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2" name="Google Shape;1572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3" name="Google Shape;1573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574" name="Google Shape;1574;p31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575" name="Google Shape;1575;p31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576" name="Google Shape;1576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7" name="Google Shape;1577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8" name="Google Shape;1578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9" name="Google Shape;1579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0" name="Google Shape;1580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1" name="Google Shape;1581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82" name="Google Shape;1582;p31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583" name="Google Shape;1583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4" name="Google Shape;1584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5" name="Google Shape;1585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6" name="Google Shape;1586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87" name="Google Shape;1587;p31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588" name="Google Shape;1588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9" name="Google Shape;1589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0" name="Google Shape;1590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1" name="Google Shape;1591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92" name="Google Shape;1592;p31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93" name="Google Shape;1593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4" name="Google Shape;1594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5" name="Google Shape;1595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96" name="Google Shape;1596;p31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97" name="Google Shape;1597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8" name="Google Shape;1598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9" name="Google Shape;1599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00" name="Google Shape;1600;p31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01" name="Google Shape;160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2" name="Google Shape;160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3" name="Google Shape;160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04" name="Google Shape;1604;p31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05" name="Google Shape;1605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6" name="Google Shape;1606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7" name="Google Shape;1607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608" name="Google Shape;1608;p31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9" name="Google Shape;1609;p31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10" name="Google Shape;1610;p31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p31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31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31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4">
  <p:cSld name="CUSTOM_21">
    <p:spTree>
      <p:nvGrpSpPr>
        <p:cNvPr id="1614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5" name="Google Shape;1615;p32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616" name="Google Shape;1616;p32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7" name="Google Shape;1617;p32"/>
            <p:cNvCxnSpPr/>
            <p:nvPr/>
          </p:nvCxnSpPr>
          <p:spPr>
            <a:xfrm flipH="1" rot="10800000">
              <a:off x="1562083" y="4492325"/>
              <a:ext cx="1342200" cy="315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8" name="Google Shape;1618;p32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9" name="Google Shape;1619;p32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620" name="Google Shape;1620;p32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621" name="Google Shape;1621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2" name="Google Shape;1622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3" name="Google Shape;1623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4" name="Google Shape;1624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5" name="Google Shape;1625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6" name="Google Shape;1626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27" name="Google Shape;1627;p32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628" name="Google Shape;1628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9" name="Google Shape;1629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0" name="Google Shape;1630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1" name="Google Shape;1631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32" name="Google Shape;1632;p32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633" name="Google Shape;1633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4" name="Google Shape;1634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5" name="Google Shape;1635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6" name="Google Shape;1636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37" name="Google Shape;1637;p32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638" name="Google Shape;1638;p32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9" name="Google Shape;1639;p32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0" name="Google Shape;1640;p32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1" name="Google Shape;1641;p32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2" name="Google Shape;1642;p32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3" name="Google Shape;1643;p32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44" name="Google Shape;1644;p32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645" name="Google Shape;1645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6" name="Google Shape;1646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7" name="Google Shape;1647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648" name="Google Shape;1648;p32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9" name="Google Shape;1649;p32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50" name="Google Shape;1650;p32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651" name="Google Shape;1651;p32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652" name="Google Shape;1652;p32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rect b="b" l="l" r="r" t="t"/>
                <a:pathLst>
                  <a:path extrusionOk="0" h="22893" w="22915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3" name="Google Shape;1653;p32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rect b="b" l="l" r="r" t="t"/>
                <a:pathLst>
                  <a:path extrusionOk="0" h="23294" w="23272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4" name="Google Shape;1654;p32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rect b="b" l="l" r="r" t="t"/>
                <a:pathLst>
                  <a:path extrusionOk="0" h="17097" w="1712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5" name="Google Shape;1655;p32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rect b="b" l="l" r="r" t="t"/>
                <a:pathLst>
                  <a:path extrusionOk="0" h="17499" w="17477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6" name="Google Shape;1656;p32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rect b="b" l="l" r="r" t="t"/>
                <a:pathLst>
                  <a:path extrusionOk="0" h="10812" w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7" name="Google Shape;1657;p32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rect b="b" l="l" r="r" t="t"/>
                <a:pathLst>
                  <a:path extrusionOk="0" h="11169" w="11191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58" name="Google Shape;1658;p32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659" name="Google Shape;1659;p32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rect b="b" l="l" r="r" t="t"/>
                <a:pathLst>
                  <a:path extrusionOk="0" h="11302" w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0" name="Google Shape;1660;p32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rect b="b" l="l" r="r" t="t"/>
                <a:pathLst>
                  <a:path extrusionOk="0" h="11703" w="11681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1" name="Google Shape;1661;p32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rect b="b" l="l" r="r" t="t"/>
                <a:pathLst>
                  <a:path extrusionOk="0" h="6332" w="6331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2" name="Google Shape;1662;p32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rect b="b" l="l" r="r" t="t"/>
                <a:pathLst>
                  <a:path extrusionOk="0" h="6711" w="671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63" name="Google Shape;1663;p32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664" name="Google Shape;1664;p32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rect b="b" l="l" r="r" t="t"/>
                <a:pathLst>
                  <a:path extrusionOk="0" h="6621" w="6644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5" name="Google Shape;1665;p32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rect b="b" l="l" r="r" t="t"/>
                <a:pathLst>
                  <a:path extrusionOk="0" h="7000" w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6" name="Google Shape;1666;p32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rect b="b" l="l" r="r" t="t"/>
                <a:pathLst>
                  <a:path extrusionOk="0" h="3723" w="3702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7" name="Google Shape;1667;p32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rect b="b" l="l" r="r" t="t"/>
                <a:pathLst>
                  <a:path extrusionOk="0" h="4080" w="4102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68" name="Google Shape;1668;p32"/>
            <p:cNvSpPr/>
            <p:nvPr/>
          </p:nvSpPr>
          <p:spPr>
            <a:xfrm>
              <a:off x="5829305" y="68707"/>
              <a:ext cx="288614" cy="288337"/>
            </a:xfrm>
            <a:custGeom>
              <a:rect b="b" l="l" r="r" t="t"/>
              <a:pathLst>
                <a:path extrusionOk="0" h="22893" w="22915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9" name="Google Shape;1669;p32"/>
            <p:cNvSpPr/>
            <p:nvPr/>
          </p:nvSpPr>
          <p:spPr>
            <a:xfrm>
              <a:off x="5827050" y="66175"/>
              <a:ext cx="293111" cy="293388"/>
            </a:xfrm>
            <a:custGeom>
              <a:rect b="b" l="l" r="r" t="t"/>
              <a:pathLst>
                <a:path extrusionOk="0" h="23294" w="23272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0" name="Google Shape;1670;p32"/>
            <p:cNvSpPr/>
            <p:nvPr/>
          </p:nvSpPr>
          <p:spPr>
            <a:xfrm>
              <a:off x="5865794" y="105209"/>
              <a:ext cx="215626" cy="215337"/>
            </a:xfrm>
            <a:custGeom>
              <a:rect b="b" l="l" r="r" t="t"/>
              <a:pathLst>
                <a:path extrusionOk="0" h="17097" w="1712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1" name="Google Shape;1671;p32"/>
            <p:cNvSpPr/>
            <p:nvPr/>
          </p:nvSpPr>
          <p:spPr>
            <a:xfrm>
              <a:off x="5863552" y="102677"/>
              <a:ext cx="220123" cy="220400"/>
            </a:xfrm>
            <a:custGeom>
              <a:rect b="b" l="l" r="r" t="t"/>
              <a:pathLst>
                <a:path extrusionOk="0" h="17499" w="17477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2" name="Google Shape;1672;p32"/>
            <p:cNvSpPr/>
            <p:nvPr/>
          </p:nvSpPr>
          <p:spPr>
            <a:xfrm>
              <a:off x="5905382" y="144784"/>
              <a:ext cx="136177" cy="136177"/>
            </a:xfrm>
            <a:custGeom>
              <a:rect b="b" l="l" r="r" t="t"/>
              <a:pathLst>
                <a:path extrusionOk="0" h="10812" w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3" name="Google Shape;1673;p32"/>
            <p:cNvSpPr/>
            <p:nvPr/>
          </p:nvSpPr>
          <p:spPr>
            <a:xfrm>
              <a:off x="5903140" y="142542"/>
              <a:ext cx="140951" cy="140674"/>
            </a:xfrm>
            <a:custGeom>
              <a:rect b="b" l="l" r="r" t="t"/>
              <a:pathLst>
                <a:path extrusionOk="0" h="11169" w="11191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74" name="Google Shape;1674;p32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675" name="Google Shape;1675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6" name="Google Shape;1676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7" name="Google Shape;1677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78" name="Google Shape;1678;p32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679" name="Google Shape;1679;p32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0" name="Google Shape;1680;p32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1" name="Google Shape;1681;p32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685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b="0" i="0" sz="2800" u="none" cap="none" strike="noStrike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33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1684" name="Google Shape;1684;p33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9" r:id="rId1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://bit.ly/2PfT4lq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Google Shape;1690;p35"/>
          <p:cNvSpPr txBox="1"/>
          <p:nvPr>
            <p:ph type="ctrTitle"/>
          </p:nvPr>
        </p:nvSpPr>
        <p:spPr>
          <a:xfrm>
            <a:off x="228376" y="837275"/>
            <a:ext cx="5736600" cy="1792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5000"/>
              <a:t>Machine Translation</a:t>
            </a:r>
            <a:endParaRPr sz="5000">
              <a:solidFill>
                <a:schemeClr val="dk2"/>
              </a:solidFill>
            </a:endParaRPr>
          </a:p>
        </p:txBody>
      </p:sp>
      <p:sp>
        <p:nvSpPr>
          <p:cNvPr id="1691" name="Google Shape;1691;p35"/>
          <p:cNvSpPr txBox="1"/>
          <p:nvPr>
            <p:ph idx="1" type="subTitle"/>
          </p:nvPr>
        </p:nvSpPr>
        <p:spPr>
          <a:xfrm>
            <a:off x="426266" y="3721600"/>
            <a:ext cx="80868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300"/>
              <a:t>Name : Menna Allah Mohammed Refai     Instructors: Saher Ghanem </a:t>
            </a:r>
            <a:endParaRPr sz="2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300"/>
              <a:t>ID:202102210                                                    TA : Esraa Habiba</a:t>
            </a:r>
            <a:endParaRPr sz="2300"/>
          </a:p>
        </p:txBody>
      </p:sp>
    </p:spTree>
  </p:cSld>
  <p:clrMapOvr>
    <a:masterClrMapping/>
  </p:clrMapOvr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5" name="Shape 1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6" name="Google Shape;1696;p36"/>
          <p:cNvGrpSpPr/>
          <p:nvPr/>
        </p:nvGrpSpPr>
        <p:grpSpPr>
          <a:xfrm>
            <a:off x="3961973" y="1500858"/>
            <a:ext cx="4430405" cy="3106404"/>
            <a:chOff x="862950" y="825025"/>
            <a:chExt cx="5862650" cy="4111175"/>
          </a:xfrm>
        </p:grpSpPr>
        <p:sp>
          <p:nvSpPr>
            <p:cNvPr id="1697" name="Google Shape;1697;p36"/>
            <p:cNvSpPr/>
            <p:nvPr/>
          </p:nvSpPr>
          <p:spPr>
            <a:xfrm>
              <a:off x="918425" y="825150"/>
              <a:ext cx="5767425" cy="4096250"/>
            </a:xfrm>
            <a:custGeom>
              <a:rect b="b" l="l" r="r" t="t"/>
              <a:pathLst>
                <a:path extrusionOk="0" h="163850" w="230697">
                  <a:moveTo>
                    <a:pt x="157748" y="1"/>
                  </a:moveTo>
                  <a:cubicBezTo>
                    <a:pt x="156487" y="1"/>
                    <a:pt x="155194" y="95"/>
                    <a:pt x="153872" y="291"/>
                  </a:cubicBezTo>
                  <a:cubicBezTo>
                    <a:pt x="131689" y="3582"/>
                    <a:pt x="136421" y="27649"/>
                    <a:pt x="125589" y="31421"/>
                  </a:cubicBezTo>
                  <a:cubicBezTo>
                    <a:pt x="124301" y="31860"/>
                    <a:pt x="122988" y="32046"/>
                    <a:pt x="121638" y="32046"/>
                  </a:cubicBezTo>
                  <a:cubicBezTo>
                    <a:pt x="117991" y="32046"/>
                    <a:pt x="114070" y="30689"/>
                    <a:pt x="109618" y="29313"/>
                  </a:cubicBezTo>
                  <a:cubicBezTo>
                    <a:pt x="105161" y="27947"/>
                    <a:pt x="100166" y="26580"/>
                    <a:pt x="94401" y="26580"/>
                  </a:cubicBezTo>
                  <a:cubicBezTo>
                    <a:pt x="90029" y="26580"/>
                    <a:pt x="85215" y="27366"/>
                    <a:pt x="79856" y="29535"/>
                  </a:cubicBezTo>
                  <a:cubicBezTo>
                    <a:pt x="57711" y="38482"/>
                    <a:pt x="59116" y="97413"/>
                    <a:pt x="48727" y="108726"/>
                  </a:cubicBezTo>
                  <a:cubicBezTo>
                    <a:pt x="46581" y="111073"/>
                    <a:pt x="44248" y="111937"/>
                    <a:pt x="41789" y="111937"/>
                  </a:cubicBezTo>
                  <a:cubicBezTo>
                    <a:pt x="38362" y="111937"/>
                    <a:pt x="34691" y="110258"/>
                    <a:pt x="30944" y="108578"/>
                  </a:cubicBezTo>
                  <a:cubicBezTo>
                    <a:pt x="27216" y="106926"/>
                    <a:pt x="23402" y="105261"/>
                    <a:pt x="19663" y="105261"/>
                  </a:cubicBezTo>
                  <a:cubicBezTo>
                    <a:pt x="16878" y="105261"/>
                    <a:pt x="14134" y="106185"/>
                    <a:pt x="11498" y="108726"/>
                  </a:cubicBezTo>
                  <a:cubicBezTo>
                    <a:pt x="0" y="119781"/>
                    <a:pt x="555" y="159117"/>
                    <a:pt x="665" y="163850"/>
                  </a:cubicBezTo>
                  <a:lnTo>
                    <a:pt x="230696" y="163850"/>
                  </a:lnTo>
                  <a:lnTo>
                    <a:pt x="230696" y="157269"/>
                  </a:lnTo>
                  <a:cubicBezTo>
                    <a:pt x="230696" y="152093"/>
                    <a:pt x="226445" y="147361"/>
                    <a:pt x="222193" y="142665"/>
                  </a:cubicBezTo>
                  <a:cubicBezTo>
                    <a:pt x="217979" y="137933"/>
                    <a:pt x="225521" y="112941"/>
                    <a:pt x="225964" y="92200"/>
                  </a:cubicBezTo>
                  <a:cubicBezTo>
                    <a:pt x="226328" y="76521"/>
                    <a:pt x="220754" y="69209"/>
                    <a:pt x="214147" y="69209"/>
                  </a:cubicBezTo>
                  <a:cubicBezTo>
                    <a:pt x="212014" y="69209"/>
                    <a:pt x="209773" y="69971"/>
                    <a:pt x="207590" y="71460"/>
                  </a:cubicBezTo>
                  <a:cubicBezTo>
                    <a:pt x="206669" y="72091"/>
                    <a:pt x="205798" y="72383"/>
                    <a:pt x="204974" y="72383"/>
                  </a:cubicBezTo>
                  <a:cubicBezTo>
                    <a:pt x="197788" y="72383"/>
                    <a:pt x="194148" y="50178"/>
                    <a:pt x="192025" y="37077"/>
                  </a:cubicBezTo>
                  <a:cubicBezTo>
                    <a:pt x="189835" y="23311"/>
                    <a:pt x="177610" y="1"/>
                    <a:pt x="15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8" name="Google Shape;1698;p36"/>
            <p:cNvSpPr/>
            <p:nvPr/>
          </p:nvSpPr>
          <p:spPr>
            <a:xfrm>
              <a:off x="934125" y="825025"/>
              <a:ext cx="5751725" cy="4096375"/>
            </a:xfrm>
            <a:custGeom>
              <a:rect b="b" l="l" r="r" t="t"/>
              <a:pathLst>
                <a:path extrusionOk="0" h="163855" w="230069">
                  <a:moveTo>
                    <a:pt x="157126" y="0"/>
                  </a:moveTo>
                  <a:cubicBezTo>
                    <a:pt x="155832" y="0"/>
                    <a:pt x="154538" y="111"/>
                    <a:pt x="153244" y="296"/>
                  </a:cubicBezTo>
                  <a:cubicBezTo>
                    <a:pt x="131061" y="3587"/>
                    <a:pt x="135793" y="27654"/>
                    <a:pt x="124961" y="31426"/>
                  </a:cubicBezTo>
                  <a:cubicBezTo>
                    <a:pt x="123667" y="31869"/>
                    <a:pt x="122336" y="32054"/>
                    <a:pt x="121005" y="32054"/>
                  </a:cubicBezTo>
                  <a:cubicBezTo>
                    <a:pt x="117345" y="32054"/>
                    <a:pt x="113426" y="30686"/>
                    <a:pt x="108990" y="29318"/>
                  </a:cubicBezTo>
                  <a:cubicBezTo>
                    <a:pt x="108287" y="29096"/>
                    <a:pt x="107585" y="28875"/>
                    <a:pt x="106882" y="28690"/>
                  </a:cubicBezTo>
                  <a:lnTo>
                    <a:pt x="106882" y="34161"/>
                  </a:lnTo>
                  <a:lnTo>
                    <a:pt x="139380" y="34161"/>
                  </a:lnTo>
                  <a:cubicBezTo>
                    <a:pt x="139454" y="34161"/>
                    <a:pt x="139528" y="34198"/>
                    <a:pt x="139601" y="34272"/>
                  </a:cubicBezTo>
                  <a:cubicBezTo>
                    <a:pt x="139638" y="34346"/>
                    <a:pt x="139675" y="34420"/>
                    <a:pt x="139675" y="34494"/>
                  </a:cubicBezTo>
                  <a:lnTo>
                    <a:pt x="139675" y="75236"/>
                  </a:lnTo>
                  <a:cubicBezTo>
                    <a:pt x="140230" y="75236"/>
                    <a:pt x="140785" y="75199"/>
                    <a:pt x="141376" y="75199"/>
                  </a:cubicBezTo>
                  <a:cubicBezTo>
                    <a:pt x="144186" y="75162"/>
                    <a:pt x="147735" y="75088"/>
                    <a:pt x="151247" y="75014"/>
                  </a:cubicBezTo>
                  <a:lnTo>
                    <a:pt x="151321" y="75014"/>
                  </a:lnTo>
                  <a:cubicBezTo>
                    <a:pt x="153133" y="71539"/>
                    <a:pt x="154316" y="68544"/>
                    <a:pt x="155425" y="65993"/>
                  </a:cubicBezTo>
                  <a:cubicBezTo>
                    <a:pt x="156645" y="63072"/>
                    <a:pt x="157015" y="60374"/>
                    <a:pt x="157015" y="58192"/>
                  </a:cubicBezTo>
                  <a:cubicBezTo>
                    <a:pt x="157015" y="55715"/>
                    <a:pt x="156571" y="53978"/>
                    <a:pt x="156423" y="53534"/>
                  </a:cubicBezTo>
                  <a:cubicBezTo>
                    <a:pt x="155314" y="52905"/>
                    <a:pt x="153281" y="51353"/>
                    <a:pt x="151469" y="49134"/>
                  </a:cubicBezTo>
                  <a:cubicBezTo>
                    <a:pt x="149584" y="46805"/>
                    <a:pt x="147957" y="43811"/>
                    <a:pt x="147957" y="40446"/>
                  </a:cubicBezTo>
                  <a:cubicBezTo>
                    <a:pt x="147957" y="39485"/>
                    <a:pt x="148105" y="38524"/>
                    <a:pt x="148400" y="37526"/>
                  </a:cubicBezTo>
                  <a:cubicBezTo>
                    <a:pt x="148807" y="36047"/>
                    <a:pt x="149694" y="34864"/>
                    <a:pt x="150877" y="33976"/>
                  </a:cubicBezTo>
                  <a:cubicBezTo>
                    <a:pt x="152061" y="33052"/>
                    <a:pt x="153502" y="32424"/>
                    <a:pt x="155018" y="31980"/>
                  </a:cubicBezTo>
                  <a:cubicBezTo>
                    <a:pt x="158124" y="31056"/>
                    <a:pt x="161562" y="30834"/>
                    <a:pt x="164002" y="30834"/>
                  </a:cubicBezTo>
                  <a:cubicBezTo>
                    <a:pt x="165555" y="30834"/>
                    <a:pt x="166738" y="30945"/>
                    <a:pt x="167108" y="30945"/>
                  </a:cubicBezTo>
                  <a:cubicBezTo>
                    <a:pt x="167773" y="30353"/>
                    <a:pt x="171692" y="27285"/>
                    <a:pt x="179419" y="27285"/>
                  </a:cubicBezTo>
                  <a:cubicBezTo>
                    <a:pt x="180454" y="27285"/>
                    <a:pt x="181526" y="27322"/>
                    <a:pt x="182709" y="27470"/>
                  </a:cubicBezTo>
                  <a:cubicBezTo>
                    <a:pt x="185223" y="27728"/>
                    <a:pt x="187478" y="28468"/>
                    <a:pt x="189475" y="29577"/>
                  </a:cubicBezTo>
                  <a:cubicBezTo>
                    <a:pt x="184927" y="16231"/>
                    <a:pt x="173688" y="0"/>
                    <a:pt x="157126" y="0"/>
                  </a:cubicBezTo>
                  <a:close/>
                  <a:moveTo>
                    <a:pt x="213543" y="69210"/>
                  </a:moveTo>
                  <a:cubicBezTo>
                    <a:pt x="211398" y="69210"/>
                    <a:pt x="209143" y="69986"/>
                    <a:pt x="206962" y="71465"/>
                  </a:cubicBezTo>
                  <a:cubicBezTo>
                    <a:pt x="206038" y="72093"/>
                    <a:pt x="205187" y="72389"/>
                    <a:pt x="204337" y="72389"/>
                  </a:cubicBezTo>
                  <a:cubicBezTo>
                    <a:pt x="202932" y="72389"/>
                    <a:pt x="201675" y="71539"/>
                    <a:pt x="200492" y="70060"/>
                  </a:cubicBezTo>
                  <a:cubicBezTo>
                    <a:pt x="200344" y="72352"/>
                    <a:pt x="200085" y="74829"/>
                    <a:pt x="199716" y="77528"/>
                  </a:cubicBezTo>
                  <a:cubicBezTo>
                    <a:pt x="200825" y="77713"/>
                    <a:pt x="201934" y="77898"/>
                    <a:pt x="203043" y="78120"/>
                  </a:cubicBezTo>
                  <a:cubicBezTo>
                    <a:pt x="207442" y="78896"/>
                    <a:pt x="211583" y="79783"/>
                    <a:pt x="213764" y="80744"/>
                  </a:cubicBezTo>
                  <a:cubicBezTo>
                    <a:pt x="214393" y="81003"/>
                    <a:pt x="214874" y="81262"/>
                    <a:pt x="215132" y="81595"/>
                  </a:cubicBezTo>
                  <a:cubicBezTo>
                    <a:pt x="215317" y="81780"/>
                    <a:pt x="215428" y="82001"/>
                    <a:pt x="215428" y="82223"/>
                  </a:cubicBezTo>
                  <a:lnTo>
                    <a:pt x="215428" y="82260"/>
                  </a:lnTo>
                  <a:cubicBezTo>
                    <a:pt x="215391" y="82445"/>
                    <a:pt x="215354" y="82704"/>
                    <a:pt x="215280" y="83074"/>
                  </a:cubicBezTo>
                  <a:cubicBezTo>
                    <a:pt x="215206" y="83443"/>
                    <a:pt x="215095" y="83887"/>
                    <a:pt x="214948" y="84442"/>
                  </a:cubicBezTo>
                  <a:cubicBezTo>
                    <a:pt x="214652" y="85551"/>
                    <a:pt x="214282" y="86992"/>
                    <a:pt x="213801" y="88693"/>
                  </a:cubicBezTo>
                  <a:cubicBezTo>
                    <a:pt x="212840" y="92094"/>
                    <a:pt x="211583" y="96494"/>
                    <a:pt x="210289" y="101078"/>
                  </a:cubicBezTo>
                  <a:cubicBezTo>
                    <a:pt x="209883" y="102520"/>
                    <a:pt x="209476" y="103962"/>
                    <a:pt x="209069" y="105441"/>
                  </a:cubicBezTo>
                  <a:lnTo>
                    <a:pt x="224264" y="105885"/>
                  </a:lnTo>
                  <a:cubicBezTo>
                    <a:pt x="224819" y="101300"/>
                    <a:pt x="225262" y="96642"/>
                    <a:pt x="225336" y="92205"/>
                  </a:cubicBezTo>
                  <a:cubicBezTo>
                    <a:pt x="225373" y="91762"/>
                    <a:pt x="225373" y="91281"/>
                    <a:pt x="225373" y="90800"/>
                  </a:cubicBezTo>
                  <a:cubicBezTo>
                    <a:pt x="225373" y="76123"/>
                    <a:pt x="219939" y="69210"/>
                    <a:pt x="213543" y="69210"/>
                  </a:cubicBezTo>
                  <a:close/>
                  <a:moveTo>
                    <a:pt x="19040" y="105256"/>
                  </a:moveTo>
                  <a:cubicBezTo>
                    <a:pt x="16231" y="105256"/>
                    <a:pt x="13495" y="106180"/>
                    <a:pt x="10870" y="108731"/>
                  </a:cubicBezTo>
                  <a:cubicBezTo>
                    <a:pt x="925" y="118307"/>
                    <a:pt x="1" y="149029"/>
                    <a:pt x="1" y="160231"/>
                  </a:cubicBezTo>
                  <a:cubicBezTo>
                    <a:pt x="1" y="161969"/>
                    <a:pt x="1" y="163226"/>
                    <a:pt x="37" y="163855"/>
                  </a:cubicBezTo>
                  <a:lnTo>
                    <a:pt x="118972" y="163855"/>
                  </a:lnTo>
                  <a:cubicBezTo>
                    <a:pt x="119489" y="162635"/>
                    <a:pt x="120525" y="160195"/>
                    <a:pt x="121819" y="156904"/>
                  </a:cubicBezTo>
                  <a:lnTo>
                    <a:pt x="121819" y="156904"/>
                  </a:lnTo>
                  <a:cubicBezTo>
                    <a:pt x="118343" y="157717"/>
                    <a:pt x="115866" y="158087"/>
                    <a:pt x="114129" y="158087"/>
                  </a:cubicBezTo>
                  <a:cubicBezTo>
                    <a:pt x="113278" y="158087"/>
                    <a:pt x="112613" y="158013"/>
                    <a:pt x="112058" y="157828"/>
                  </a:cubicBezTo>
                  <a:cubicBezTo>
                    <a:pt x="111541" y="157644"/>
                    <a:pt x="111171" y="157348"/>
                    <a:pt x="110949" y="156978"/>
                  </a:cubicBezTo>
                  <a:cubicBezTo>
                    <a:pt x="110801" y="156719"/>
                    <a:pt x="110727" y="156423"/>
                    <a:pt x="110727" y="156128"/>
                  </a:cubicBezTo>
                  <a:cubicBezTo>
                    <a:pt x="110727" y="156017"/>
                    <a:pt x="110764" y="155906"/>
                    <a:pt x="110801" y="155758"/>
                  </a:cubicBezTo>
                  <a:cubicBezTo>
                    <a:pt x="110801" y="155573"/>
                    <a:pt x="110875" y="155351"/>
                    <a:pt x="110912" y="155056"/>
                  </a:cubicBezTo>
                  <a:cubicBezTo>
                    <a:pt x="111023" y="154501"/>
                    <a:pt x="111208" y="153725"/>
                    <a:pt x="111430" y="152800"/>
                  </a:cubicBezTo>
                  <a:cubicBezTo>
                    <a:pt x="111541" y="152394"/>
                    <a:pt x="111652" y="151950"/>
                    <a:pt x="111763" y="151469"/>
                  </a:cubicBezTo>
                  <a:cubicBezTo>
                    <a:pt x="109175" y="150065"/>
                    <a:pt x="107289" y="148142"/>
                    <a:pt x="106069" y="145739"/>
                  </a:cubicBezTo>
                  <a:cubicBezTo>
                    <a:pt x="105034" y="143595"/>
                    <a:pt x="104516" y="141007"/>
                    <a:pt x="104516" y="138049"/>
                  </a:cubicBezTo>
                  <a:cubicBezTo>
                    <a:pt x="104516" y="136385"/>
                    <a:pt x="104664" y="134574"/>
                    <a:pt x="104960" y="132614"/>
                  </a:cubicBezTo>
                  <a:cubicBezTo>
                    <a:pt x="106254" y="124703"/>
                    <a:pt x="109544" y="119268"/>
                    <a:pt x="114461" y="114055"/>
                  </a:cubicBezTo>
                  <a:cubicBezTo>
                    <a:pt x="114868" y="113648"/>
                    <a:pt x="115238" y="113242"/>
                    <a:pt x="115645" y="112835"/>
                  </a:cubicBezTo>
                  <a:lnTo>
                    <a:pt x="23810" y="112835"/>
                  </a:lnTo>
                  <a:cubicBezTo>
                    <a:pt x="23699" y="112835"/>
                    <a:pt x="23625" y="112798"/>
                    <a:pt x="23588" y="112761"/>
                  </a:cubicBezTo>
                  <a:cubicBezTo>
                    <a:pt x="23514" y="112687"/>
                    <a:pt x="23477" y="112613"/>
                    <a:pt x="23477" y="112539"/>
                  </a:cubicBezTo>
                  <a:lnTo>
                    <a:pt x="23477" y="105958"/>
                  </a:lnTo>
                  <a:cubicBezTo>
                    <a:pt x="21998" y="105515"/>
                    <a:pt x="20519" y="105256"/>
                    <a:pt x="19040" y="105256"/>
                  </a:cubicBezTo>
                  <a:close/>
                  <a:moveTo>
                    <a:pt x="220382" y="134056"/>
                  </a:moveTo>
                  <a:lnTo>
                    <a:pt x="220382" y="134056"/>
                  </a:lnTo>
                  <a:cubicBezTo>
                    <a:pt x="219902" y="134204"/>
                    <a:pt x="219458" y="134241"/>
                    <a:pt x="219199" y="134278"/>
                  </a:cubicBezTo>
                  <a:cubicBezTo>
                    <a:pt x="219162" y="134278"/>
                    <a:pt x="219125" y="134278"/>
                    <a:pt x="219088" y="134241"/>
                  </a:cubicBezTo>
                  <a:lnTo>
                    <a:pt x="212581" y="147624"/>
                  </a:lnTo>
                  <a:cubicBezTo>
                    <a:pt x="212286" y="148290"/>
                    <a:pt x="211620" y="148697"/>
                    <a:pt x="210881" y="148697"/>
                  </a:cubicBezTo>
                  <a:lnTo>
                    <a:pt x="206481" y="148660"/>
                  </a:lnTo>
                  <a:cubicBezTo>
                    <a:pt x="205446" y="149880"/>
                    <a:pt x="204411" y="151026"/>
                    <a:pt x="203450" y="152061"/>
                  </a:cubicBezTo>
                  <a:cubicBezTo>
                    <a:pt x="201453" y="154279"/>
                    <a:pt x="199716" y="156017"/>
                    <a:pt x="198570" y="156793"/>
                  </a:cubicBezTo>
                  <a:cubicBezTo>
                    <a:pt x="197608" y="157459"/>
                    <a:pt x="196869" y="157939"/>
                    <a:pt x="196277" y="158272"/>
                  </a:cubicBezTo>
                  <a:cubicBezTo>
                    <a:pt x="195649" y="158605"/>
                    <a:pt x="195205" y="158753"/>
                    <a:pt x="194762" y="158790"/>
                  </a:cubicBezTo>
                  <a:cubicBezTo>
                    <a:pt x="194503" y="158790"/>
                    <a:pt x="194244" y="158679"/>
                    <a:pt x="194022" y="158531"/>
                  </a:cubicBezTo>
                  <a:cubicBezTo>
                    <a:pt x="193837" y="158346"/>
                    <a:pt x="193689" y="158124"/>
                    <a:pt x="193542" y="157865"/>
                  </a:cubicBezTo>
                  <a:cubicBezTo>
                    <a:pt x="193283" y="157348"/>
                    <a:pt x="193098" y="156608"/>
                    <a:pt x="192765" y="155684"/>
                  </a:cubicBezTo>
                  <a:cubicBezTo>
                    <a:pt x="192469" y="154760"/>
                    <a:pt x="192248" y="153392"/>
                    <a:pt x="192100" y="151839"/>
                  </a:cubicBezTo>
                  <a:cubicBezTo>
                    <a:pt x="191989" y="150804"/>
                    <a:pt x="191915" y="149658"/>
                    <a:pt x="191841" y="148549"/>
                  </a:cubicBezTo>
                  <a:lnTo>
                    <a:pt x="189734" y="148512"/>
                  </a:lnTo>
                  <a:cubicBezTo>
                    <a:pt x="188403" y="153762"/>
                    <a:pt x="187996" y="157681"/>
                    <a:pt x="187996" y="160453"/>
                  </a:cubicBezTo>
                  <a:cubicBezTo>
                    <a:pt x="187996" y="161895"/>
                    <a:pt x="188107" y="163004"/>
                    <a:pt x="188255" y="163855"/>
                  </a:cubicBezTo>
                  <a:lnTo>
                    <a:pt x="230068" y="163855"/>
                  </a:lnTo>
                  <a:lnTo>
                    <a:pt x="230068" y="157274"/>
                  </a:lnTo>
                  <a:cubicBezTo>
                    <a:pt x="230068" y="152098"/>
                    <a:pt x="225817" y="147366"/>
                    <a:pt x="221565" y="142670"/>
                  </a:cubicBezTo>
                  <a:cubicBezTo>
                    <a:pt x="220641" y="141635"/>
                    <a:pt x="220271" y="139639"/>
                    <a:pt x="220271" y="136940"/>
                  </a:cubicBezTo>
                  <a:cubicBezTo>
                    <a:pt x="220271" y="136053"/>
                    <a:pt x="220308" y="135091"/>
                    <a:pt x="220382" y="1340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9" name="Google Shape;1699;p36"/>
            <p:cNvSpPr/>
            <p:nvPr/>
          </p:nvSpPr>
          <p:spPr>
            <a:xfrm>
              <a:off x="3502650" y="1514850"/>
              <a:ext cx="2496475" cy="3178275"/>
            </a:xfrm>
            <a:custGeom>
              <a:rect b="b" l="l" r="r" t="t"/>
              <a:pathLst>
                <a:path extrusionOk="0" h="127131" w="99859">
                  <a:moveTo>
                    <a:pt x="76699" y="1"/>
                  </a:moveTo>
                  <a:cubicBezTo>
                    <a:pt x="68279" y="1"/>
                    <a:pt x="64477" y="3685"/>
                    <a:pt x="64477" y="3685"/>
                  </a:cubicBezTo>
                  <a:cubicBezTo>
                    <a:pt x="64477" y="3685"/>
                    <a:pt x="63173" y="3560"/>
                    <a:pt x="61252" y="3560"/>
                  </a:cubicBezTo>
                  <a:cubicBezTo>
                    <a:pt x="56382" y="3560"/>
                    <a:pt x="47546" y="4359"/>
                    <a:pt x="45955" y="10007"/>
                  </a:cubicBezTo>
                  <a:cubicBezTo>
                    <a:pt x="43700" y="17881"/>
                    <a:pt x="51538" y="24462"/>
                    <a:pt x="53941" y="25719"/>
                  </a:cubicBezTo>
                  <a:cubicBezTo>
                    <a:pt x="53941" y="25719"/>
                    <a:pt x="55900" y="31634"/>
                    <a:pt x="52943" y="38511"/>
                  </a:cubicBezTo>
                  <a:cubicBezTo>
                    <a:pt x="50022" y="45388"/>
                    <a:pt x="46510" y="55518"/>
                    <a:pt x="31056" y="69566"/>
                  </a:cubicBezTo>
                  <a:cubicBezTo>
                    <a:pt x="15602" y="83615"/>
                    <a:pt x="5066" y="89346"/>
                    <a:pt x="2552" y="105095"/>
                  </a:cubicBezTo>
                  <a:cubicBezTo>
                    <a:pt x="1" y="120808"/>
                    <a:pt x="7580" y="126982"/>
                    <a:pt x="28394" y="127130"/>
                  </a:cubicBezTo>
                  <a:cubicBezTo>
                    <a:pt x="28456" y="127130"/>
                    <a:pt x="28519" y="127131"/>
                    <a:pt x="28581" y="127131"/>
                  </a:cubicBezTo>
                  <a:cubicBezTo>
                    <a:pt x="49374" y="127131"/>
                    <a:pt x="83025" y="102605"/>
                    <a:pt x="91429" y="73485"/>
                  </a:cubicBezTo>
                  <a:cubicBezTo>
                    <a:pt x="99858" y="44278"/>
                    <a:pt x="97492" y="32189"/>
                    <a:pt x="97049" y="21652"/>
                  </a:cubicBezTo>
                  <a:cubicBezTo>
                    <a:pt x="96642" y="11116"/>
                    <a:pt x="90616" y="1282"/>
                    <a:pt x="79931" y="172"/>
                  </a:cubicBezTo>
                  <a:cubicBezTo>
                    <a:pt x="78786" y="54"/>
                    <a:pt x="77710" y="1"/>
                    <a:pt x="76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0" name="Google Shape;1700;p36"/>
            <p:cNvSpPr/>
            <p:nvPr/>
          </p:nvSpPr>
          <p:spPr>
            <a:xfrm>
              <a:off x="3547025" y="1507125"/>
              <a:ext cx="2405875" cy="3193375"/>
            </a:xfrm>
            <a:custGeom>
              <a:rect b="b" l="l" r="r" t="t"/>
              <a:pathLst>
                <a:path extrusionOk="0" h="127735" w="96235">
                  <a:moveTo>
                    <a:pt x="74903" y="629"/>
                  </a:moveTo>
                  <a:cubicBezTo>
                    <a:pt x="75901" y="629"/>
                    <a:pt x="76973" y="666"/>
                    <a:pt x="78119" y="777"/>
                  </a:cubicBezTo>
                  <a:cubicBezTo>
                    <a:pt x="83369" y="1332"/>
                    <a:pt x="87473" y="4031"/>
                    <a:pt x="90320" y="7876"/>
                  </a:cubicBezTo>
                  <a:cubicBezTo>
                    <a:pt x="93166" y="11721"/>
                    <a:pt x="94756" y="16785"/>
                    <a:pt x="94978" y="21998"/>
                  </a:cubicBezTo>
                  <a:cubicBezTo>
                    <a:pt x="95126" y="26139"/>
                    <a:pt x="95606" y="30465"/>
                    <a:pt x="95606" y="36010"/>
                  </a:cubicBezTo>
                  <a:cubicBezTo>
                    <a:pt x="95606" y="44587"/>
                    <a:pt x="94497" y="55974"/>
                    <a:pt x="89358" y="73720"/>
                  </a:cubicBezTo>
                  <a:cubicBezTo>
                    <a:pt x="85181" y="88176"/>
                    <a:pt x="74718" y="101559"/>
                    <a:pt x="62666" y="111320"/>
                  </a:cubicBezTo>
                  <a:cubicBezTo>
                    <a:pt x="50650" y="121043"/>
                    <a:pt x="37082" y="127143"/>
                    <a:pt x="26767" y="127143"/>
                  </a:cubicBezTo>
                  <a:lnTo>
                    <a:pt x="26619" y="127143"/>
                  </a:lnTo>
                  <a:cubicBezTo>
                    <a:pt x="17524" y="127069"/>
                    <a:pt x="10981" y="125849"/>
                    <a:pt x="6766" y="123224"/>
                  </a:cubicBezTo>
                  <a:cubicBezTo>
                    <a:pt x="4659" y="121893"/>
                    <a:pt x="3143" y="120230"/>
                    <a:pt x="2108" y="118196"/>
                  </a:cubicBezTo>
                  <a:cubicBezTo>
                    <a:pt x="1109" y="116126"/>
                    <a:pt x="592" y="113686"/>
                    <a:pt x="592" y="110765"/>
                  </a:cubicBezTo>
                  <a:cubicBezTo>
                    <a:pt x="592" y="109138"/>
                    <a:pt x="777" y="107364"/>
                    <a:pt x="1073" y="105441"/>
                  </a:cubicBezTo>
                  <a:cubicBezTo>
                    <a:pt x="2330" y="97640"/>
                    <a:pt x="5546" y="92354"/>
                    <a:pt x="10389" y="87215"/>
                  </a:cubicBezTo>
                  <a:cubicBezTo>
                    <a:pt x="15269" y="82076"/>
                    <a:pt x="21739" y="77122"/>
                    <a:pt x="29466" y="70097"/>
                  </a:cubicBezTo>
                  <a:cubicBezTo>
                    <a:pt x="44957" y="56011"/>
                    <a:pt x="48543" y="45808"/>
                    <a:pt x="51463" y="38931"/>
                  </a:cubicBezTo>
                  <a:cubicBezTo>
                    <a:pt x="52757" y="35936"/>
                    <a:pt x="53127" y="33127"/>
                    <a:pt x="53127" y="30908"/>
                  </a:cubicBezTo>
                  <a:cubicBezTo>
                    <a:pt x="53127" y="27914"/>
                    <a:pt x="52462" y="25954"/>
                    <a:pt x="52462" y="25954"/>
                  </a:cubicBezTo>
                  <a:cubicBezTo>
                    <a:pt x="52425" y="25880"/>
                    <a:pt x="52388" y="25806"/>
                    <a:pt x="52314" y="25769"/>
                  </a:cubicBezTo>
                  <a:cubicBezTo>
                    <a:pt x="51316" y="25252"/>
                    <a:pt x="49208" y="23662"/>
                    <a:pt x="47434" y="21444"/>
                  </a:cubicBezTo>
                  <a:cubicBezTo>
                    <a:pt x="45622" y="19226"/>
                    <a:pt x="44069" y="16342"/>
                    <a:pt x="44069" y="13162"/>
                  </a:cubicBezTo>
                  <a:cubicBezTo>
                    <a:pt x="44069" y="12238"/>
                    <a:pt x="44180" y="11351"/>
                    <a:pt x="44476" y="10390"/>
                  </a:cubicBezTo>
                  <a:cubicBezTo>
                    <a:pt x="44846" y="9059"/>
                    <a:pt x="45659" y="8023"/>
                    <a:pt x="46731" y="7173"/>
                  </a:cubicBezTo>
                  <a:cubicBezTo>
                    <a:pt x="48395" y="5916"/>
                    <a:pt x="50650" y="5140"/>
                    <a:pt x="52979" y="4733"/>
                  </a:cubicBezTo>
                  <a:cubicBezTo>
                    <a:pt x="55308" y="4289"/>
                    <a:pt x="57674" y="4178"/>
                    <a:pt x="59486" y="4178"/>
                  </a:cubicBezTo>
                  <a:cubicBezTo>
                    <a:pt x="60447" y="4178"/>
                    <a:pt x="61224" y="4215"/>
                    <a:pt x="61815" y="4252"/>
                  </a:cubicBezTo>
                  <a:cubicBezTo>
                    <a:pt x="62074" y="4252"/>
                    <a:pt x="62296" y="4252"/>
                    <a:pt x="62444" y="4289"/>
                  </a:cubicBezTo>
                  <a:lnTo>
                    <a:pt x="62666" y="4289"/>
                  </a:lnTo>
                  <a:cubicBezTo>
                    <a:pt x="62695" y="4299"/>
                    <a:pt x="62722" y="4304"/>
                    <a:pt x="62747" y="4304"/>
                  </a:cubicBezTo>
                  <a:cubicBezTo>
                    <a:pt x="62816" y="4304"/>
                    <a:pt x="62870" y="4270"/>
                    <a:pt x="62924" y="4215"/>
                  </a:cubicBezTo>
                  <a:cubicBezTo>
                    <a:pt x="63109" y="4031"/>
                    <a:pt x="66843" y="629"/>
                    <a:pt x="74903" y="629"/>
                  </a:cubicBezTo>
                  <a:close/>
                  <a:moveTo>
                    <a:pt x="74903" y="1"/>
                  </a:moveTo>
                  <a:cubicBezTo>
                    <a:pt x="67145" y="1"/>
                    <a:pt x="63234" y="3109"/>
                    <a:pt x="62579" y="3682"/>
                  </a:cubicBezTo>
                  <a:lnTo>
                    <a:pt x="62579" y="3682"/>
                  </a:lnTo>
                  <a:cubicBezTo>
                    <a:pt x="62172" y="3644"/>
                    <a:pt x="61016" y="3550"/>
                    <a:pt x="59486" y="3550"/>
                  </a:cubicBezTo>
                  <a:cubicBezTo>
                    <a:pt x="57046" y="3550"/>
                    <a:pt x="53608" y="3772"/>
                    <a:pt x="50502" y="4696"/>
                  </a:cubicBezTo>
                  <a:cubicBezTo>
                    <a:pt x="48986" y="5140"/>
                    <a:pt x="47545" y="5768"/>
                    <a:pt x="46361" y="6692"/>
                  </a:cubicBezTo>
                  <a:cubicBezTo>
                    <a:pt x="45178" y="7580"/>
                    <a:pt x="44291" y="8763"/>
                    <a:pt x="43884" y="10242"/>
                  </a:cubicBezTo>
                  <a:cubicBezTo>
                    <a:pt x="43589" y="11240"/>
                    <a:pt x="43441" y="12201"/>
                    <a:pt x="43441" y="13162"/>
                  </a:cubicBezTo>
                  <a:cubicBezTo>
                    <a:pt x="43441" y="16527"/>
                    <a:pt x="45068" y="19521"/>
                    <a:pt x="46953" y="21850"/>
                  </a:cubicBezTo>
                  <a:cubicBezTo>
                    <a:pt x="48750" y="24079"/>
                    <a:pt x="50792" y="25644"/>
                    <a:pt x="51923" y="26272"/>
                  </a:cubicBezTo>
                  <a:lnTo>
                    <a:pt x="51923" y="26272"/>
                  </a:lnTo>
                  <a:cubicBezTo>
                    <a:pt x="52058" y="26769"/>
                    <a:pt x="52499" y="28466"/>
                    <a:pt x="52499" y="30908"/>
                  </a:cubicBezTo>
                  <a:cubicBezTo>
                    <a:pt x="52499" y="33090"/>
                    <a:pt x="52129" y="35788"/>
                    <a:pt x="50909" y="38709"/>
                  </a:cubicBezTo>
                  <a:cubicBezTo>
                    <a:pt x="47951" y="45586"/>
                    <a:pt x="44476" y="55605"/>
                    <a:pt x="29059" y="69617"/>
                  </a:cubicBezTo>
                  <a:cubicBezTo>
                    <a:pt x="21369" y="76641"/>
                    <a:pt x="14863" y="81595"/>
                    <a:pt x="9945" y="86771"/>
                  </a:cubicBezTo>
                  <a:cubicBezTo>
                    <a:pt x="5028" y="91984"/>
                    <a:pt x="1738" y="97419"/>
                    <a:pt x="444" y="105330"/>
                  </a:cubicBezTo>
                  <a:cubicBezTo>
                    <a:pt x="148" y="107290"/>
                    <a:pt x="0" y="109101"/>
                    <a:pt x="0" y="110765"/>
                  </a:cubicBezTo>
                  <a:cubicBezTo>
                    <a:pt x="0" y="113723"/>
                    <a:pt x="518" y="116311"/>
                    <a:pt x="1553" y="118455"/>
                  </a:cubicBezTo>
                  <a:cubicBezTo>
                    <a:pt x="3180" y="121708"/>
                    <a:pt x="6027" y="124001"/>
                    <a:pt x="10167" y="125516"/>
                  </a:cubicBezTo>
                  <a:cubicBezTo>
                    <a:pt x="14308" y="126995"/>
                    <a:pt x="19743" y="127698"/>
                    <a:pt x="26619" y="127735"/>
                  </a:cubicBezTo>
                  <a:lnTo>
                    <a:pt x="26767" y="127735"/>
                  </a:lnTo>
                  <a:cubicBezTo>
                    <a:pt x="37304" y="127735"/>
                    <a:pt x="50946" y="121597"/>
                    <a:pt x="63072" y="111763"/>
                  </a:cubicBezTo>
                  <a:cubicBezTo>
                    <a:pt x="75162" y="101966"/>
                    <a:pt x="85735" y="88546"/>
                    <a:pt x="89950" y="73868"/>
                  </a:cubicBezTo>
                  <a:cubicBezTo>
                    <a:pt x="95089" y="56085"/>
                    <a:pt x="96235" y="44624"/>
                    <a:pt x="96235" y="36010"/>
                  </a:cubicBezTo>
                  <a:cubicBezTo>
                    <a:pt x="96235" y="30428"/>
                    <a:pt x="95754" y="26065"/>
                    <a:pt x="95606" y="21961"/>
                  </a:cubicBezTo>
                  <a:cubicBezTo>
                    <a:pt x="95384" y="16638"/>
                    <a:pt x="93758" y="11499"/>
                    <a:pt x="90800" y="7506"/>
                  </a:cubicBezTo>
                  <a:cubicBezTo>
                    <a:pt x="87879" y="3550"/>
                    <a:pt x="83591" y="740"/>
                    <a:pt x="78193" y="186"/>
                  </a:cubicBezTo>
                  <a:cubicBezTo>
                    <a:pt x="77010" y="38"/>
                    <a:pt x="75938" y="1"/>
                    <a:pt x="74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1" name="Google Shape;1701;p36"/>
            <p:cNvSpPr/>
            <p:nvPr/>
          </p:nvSpPr>
          <p:spPr>
            <a:xfrm>
              <a:off x="4746725" y="1839875"/>
              <a:ext cx="464000" cy="184875"/>
            </a:xfrm>
            <a:custGeom>
              <a:rect b="b" l="l" r="r" t="t"/>
              <a:pathLst>
                <a:path extrusionOk="0" h="7395" w="18560">
                  <a:moveTo>
                    <a:pt x="4732" y="0"/>
                  </a:moveTo>
                  <a:cubicBezTo>
                    <a:pt x="3549" y="0"/>
                    <a:pt x="2514" y="111"/>
                    <a:pt x="1701" y="407"/>
                  </a:cubicBezTo>
                  <a:cubicBezTo>
                    <a:pt x="1294" y="592"/>
                    <a:pt x="961" y="777"/>
                    <a:pt x="666" y="1035"/>
                  </a:cubicBezTo>
                  <a:cubicBezTo>
                    <a:pt x="370" y="1294"/>
                    <a:pt x="185" y="1664"/>
                    <a:pt x="74" y="2034"/>
                  </a:cubicBezTo>
                  <a:cubicBezTo>
                    <a:pt x="37" y="2255"/>
                    <a:pt x="0" y="2477"/>
                    <a:pt x="0" y="2662"/>
                  </a:cubicBezTo>
                  <a:cubicBezTo>
                    <a:pt x="0" y="3475"/>
                    <a:pt x="370" y="4178"/>
                    <a:pt x="961" y="4733"/>
                  </a:cubicBezTo>
                  <a:cubicBezTo>
                    <a:pt x="1812" y="5620"/>
                    <a:pt x="3106" y="6285"/>
                    <a:pt x="4511" y="6729"/>
                  </a:cubicBezTo>
                  <a:cubicBezTo>
                    <a:pt x="5915" y="7136"/>
                    <a:pt x="7431" y="7394"/>
                    <a:pt x="8651" y="7394"/>
                  </a:cubicBezTo>
                  <a:cubicBezTo>
                    <a:pt x="9391" y="7394"/>
                    <a:pt x="10056" y="7320"/>
                    <a:pt x="10537" y="7099"/>
                  </a:cubicBezTo>
                  <a:cubicBezTo>
                    <a:pt x="10796" y="7025"/>
                    <a:pt x="11017" y="6877"/>
                    <a:pt x="11165" y="6729"/>
                  </a:cubicBezTo>
                  <a:cubicBezTo>
                    <a:pt x="11350" y="6544"/>
                    <a:pt x="11461" y="6285"/>
                    <a:pt x="11461" y="6063"/>
                  </a:cubicBezTo>
                  <a:cubicBezTo>
                    <a:pt x="11461" y="5694"/>
                    <a:pt x="11313" y="5361"/>
                    <a:pt x="11128" y="5065"/>
                  </a:cubicBezTo>
                  <a:cubicBezTo>
                    <a:pt x="10759" y="4622"/>
                    <a:pt x="10167" y="4289"/>
                    <a:pt x="9539" y="4067"/>
                  </a:cubicBezTo>
                  <a:cubicBezTo>
                    <a:pt x="8540" y="3697"/>
                    <a:pt x="7394" y="3549"/>
                    <a:pt x="6470" y="3475"/>
                  </a:cubicBezTo>
                  <a:cubicBezTo>
                    <a:pt x="5546" y="3365"/>
                    <a:pt x="4843" y="3365"/>
                    <a:pt x="4843" y="3365"/>
                  </a:cubicBezTo>
                  <a:lnTo>
                    <a:pt x="4843" y="3993"/>
                  </a:lnTo>
                  <a:lnTo>
                    <a:pt x="5102" y="3993"/>
                  </a:lnTo>
                  <a:cubicBezTo>
                    <a:pt x="5694" y="4030"/>
                    <a:pt x="7209" y="4104"/>
                    <a:pt x="8503" y="4400"/>
                  </a:cubicBezTo>
                  <a:cubicBezTo>
                    <a:pt x="9169" y="4548"/>
                    <a:pt x="9760" y="4769"/>
                    <a:pt x="10204" y="5065"/>
                  </a:cubicBezTo>
                  <a:cubicBezTo>
                    <a:pt x="10426" y="5213"/>
                    <a:pt x="10574" y="5361"/>
                    <a:pt x="10685" y="5509"/>
                  </a:cubicBezTo>
                  <a:cubicBezTo>
                    <a:pt x="10796" y="5694"/>
                    <a:pt x="10833" y="5842"/>
                    <a:pt x="10833" y="6063"/>
                  </a:cubicBezTo>
                  <a:cubicBezTo>
                    <a:pt x="10833" y="6137"/>
                    <a:pt x="10796" y="6211"/>
                    <a:pt x="10722" y="6285"/>
                  </a:cubicBezTo>
                  <a:cubicBezTo>
                    <a:pt x="10611" y="6433"/>
                    <a:pt x="10352" y="6544"/>
                    <a:pt x="10019" y="6655"/>
                  </a:cubicBezTo>
                  <a:cubicBezTo>
                    <a:pt x="9650" y="6729"/>
                    <a:pt x="9169" y="6766"/>
                    <a:pt x="8651" y="6766"/>
                  </a:cubicBezTo>
                  <a:cubicBezTo>
                    <a:pt x="7099" y="6766"/>
                    <a:pt x="5065" y="6359"/>
                    <a:pt x="3401" y="5620"/>
                  </a:cubicBezTo>
                  <a:cubicBezTo>
                    <a:pt x="2588" y="5287"/>
                    <a:pt x="1886" y="4806"/>
                    <a:pt x="1405" y="4326"/>
                  </a:cubicBezTo>
                  <a:cubicBezTo>
                    <a:pt x="887" y="3808"/>
                    <a:pt x="629" y="3254"/>
                    <a:pt x="629" y="2662"/>
                  </a:cubicBezTo>
                  <a:cubicBezTo>
                    <a:pt x="629" y="2514"/>
                    <a:pt x="666" y="2366"/>
                    <a:pt x="703" y="2182"/>
                  </a:cubicBezTo>
                  <a:cubicBezTo>
                    <a:pt x="740" y="1923"/>
                    <a:pt x="887" y="1701"/>
                    <a:pt x="1072" y="1479"/>
                  </a:cubicBezTo>
                  <a:cubicBezTo>
                    <a:pt x="1405" y="1183"/>
                    <a:pt x="1886" y="961"/>
                    <a:pt x="2514" y="814"/>
                  </a:cubicBezTo>
                  <a:cubicBezTo>
                    <a:pt x="3106" y="703"/>
                    <a:pt x="3882" y="629"/>
                    <a:pt x="4732" y="629"/>
                  </a:cubicBezTo>
                  <a:cubicBezTo>
                    <a:pt x="7357" y="629"/>
                    <a:pt x="10796" y="1257"/>
                    <a:pt x="13531" y="1923"/>
                  </a:cubicBezTo>
                  <a:cubicBezTo>
                    <a:pt x="14936" y="2218"/>
                    <a:pt x="16156" y="2551"/>
                    <a:pt x="17007" y="2773"/>
                  </a:cubicBezTo>
                  <a:cubicBezTo>
                    <a:pt x="17450" y="2921"/>
                    <a:pt x="17783" y="2995"/>
                    <a:pt x="18042" y="3069"/>
                  </a:cubicBezTo>
                  <a:cubicBezTo>
                    <a:pt x="18264" y="3143"/>
                    <a:pt x="18412" y="3180"/>
                    <a:pt x="18412" y="3180"/>
                  </a:cubicBezTo>
                  <a:lnTo>
                    <a:pt x="18559" y="2588"/>
                  </a:lnTo>
                  <a:cubicBezTo>
                    <a:pt x="18559" y="2588"/>
                    <a:pt x="16452" y="1960"/>
                    <a:pt x="13679" y="1294"/>
                  </a:cubicBezTo>
                  <a:cubicBezTo>
                    <a:pt x="10907" y="666"/>
                    <a:pt x="7468" y="0"/>
                    <a:pt x="4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2" name="Google Shape;1702;p36"/>
            <p:cNvSpPr/>
            <p:nvPr/>
          </p:nvSpPr>
          <p:spPr>
            <a:xfrm>
              <a:off x="5240275" y="1582925"/>
              <a:ext cx="685825" cy="691375"/>
            </a:xfrm>
            <a:custGeom>
              <a:rect b="b" l="l" r="r" t="t"/>
              <a:pathLst>
                <a:path extrusionOk="0" h="27655" w="27433">
                  <a:moveTo>
                    <a:pt x="13901" y="0"/>
                  </a:moveTo>
                  <a:cubicBezTo>
                    <a:pt x="12201" y="0"/>
                    <a:pt x="8984" y="74"/>
                    <a:pt x="6027" y="703"/>
                  </a:cubicBezTo>
                  <a:cubicBezTo>
                    <a:pt x="4585" y="999"/>
                    <a:pt x="3180" y="1442"/>
                    <a:pt x="2108" y="2071"/>
                  </a:cubicBezTo>
                  <a:cubicBezTo>
                    <a:pt x="999" y="2699"/>
                    <a:pt x="185" y="3587"/>
                    <a:pt x="0" y="4733"/>
                  </a:cubicBezTo>
                  <a:cubicBezTo>
                    <a:pt x="0" y="4844"/>
                    <a:pt x="0" y="4954"/>
                    <a:pt x="0" y="5065"/>
                  </a:cubicBezTo>
                  <a:cubicBezTo>
                    <a:pt x="0" y="5842"/>
                    <a:pt x="333" y="6692"/>
                    <a:pt x="888" y="7616"/>
                  </a:cubicBezTo>
                  <a:cubicBezTo>
                    <a:pt x="1849" y="9280"/>
                    <a:pt x="3550" y="11203"/>
                    <a:pt x="5694" y="13236"/>
                  </a:cubicBezTo>
                  <a:cubicBezTo>
                    <a:pt x="8836" y="16304"/>
                    <a:pt x="12977" y="19558"/>
                    <a:pt x="16896" y="22220"/>
                  </a:cubicBezTo>
                  <a:cubicBezTo>
                    <a:pt x="20852" y="24882"/>
                    <a:pt x="24660" y="26952"/>
                    <a:pt x="27248" y="27654"/>
                  </a:cubicBezTo>
                  <a:lnTo>
                    <a:pt x="27433" y="27026"/>
                  </a:lnTo>
                  <a:cubicBezTo>
                    <a:pt x="25547" y="26545"/>
                    <a:pt x="22885" y="25251"/>
                    <a:pt x="20002" y="23477"/>
                  </a:cubicBezTo>
                  <a:cubicBezTo>
                    <a:pt x="15676" y="20815"/>
                    <a:pt x="10796" y="17155"/>
                    <a:pt x="7025" y="13680"/>
                  </a:cubicBezTo>
                  <a:cubicBezTo>
                    <a:pt x="5139" y="11942"/>
                    <a:pt x="3513" y="10241"/>
                    <a:pt x="2367" y="8725"/>
                  </a:cubicBezTo>
                  <a:cubicBezTo>
                    <a:pt x="1221" y="7247"/>
                    <a:pt x="592" y="5916"/>
                    <a:pt x="592" y="5065"/>
                  </a:cubicBezTo>
                  <a:cubicBezTo>
                    <a:pt x="592" y="4991"/>
                    <a:pt x="629" y="4917"/>
                    <a:pt x="629" y="4844"/>
                  </a:cubicBezTo>
                  <a:cubicBezTo>
                    <a:pt x="777" y="3919"/>
                    <a:pt x="1405" y="3217"/>
                    <a:pt x="2404" y="2625"/>
                  </a:cubicBezTo>
                  <a:cubicBezTo>
                    <a:pt x="3882" y="1738"/>
                    <a:pt x="6175" y="1220"/>
                    <a:pt x="8356" y="925"/>
                  </a:cubicBezTo>
                  <a:cubicBezTo>
                    <a:pt x="10537" y="666"/>
                    <a:pt x="12644" y="629"/>
                    <a:pt x="13901" y="629"/>
                  </a:cubicBezTo>
                  <a:lnTo>
                    <a:pt x="15011" y="629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3" name="Google Shape;1703;p36"/>
            <p:cNvSpPr/>
            <p:nvPr/>
          </p:nvSpPr>
          <p:spPr>
            <a:xfrm>
              <a:off x="5406650" y="1584775"/>
              <a:ext cx="438125" cy="367875"/>
            </a:xfrm>
            <a:custGeom>
              <a:rect b="b" l="l" r="r" t="t"/>
              <a:pathLst>
                <a:path extrusionOk="0" h="14715" w="17525">
                  <a:moveTo>
                    <a:pt x="3475" y="0"/>
                  </a:moveTo>
                  <a:cubicBezTo>
                    <a:pt x="3475" y="0"/>
                    <a:pt x="2625" y="518"/>
                    <a:pt x="1775" y="1368"/>
                  </a:cubicBezTo>
                  <a:cubicBezTo>
                    <a:pt x="924" y="2256"/>
                    <a:pt x="37" y="3476"/>
                    <a:pt x="0" y="4917"/>
                  </a:cubicBezTo>
                  <a:cubicBezTo>
                    <a:pt x="0" y="5509"/>
                    <a:pt x="148" y="6101"/>
                    <a:pt x="481" y="6692"/>
                  </a:cubicBezTo>
                  <a:cubicBezTo>
                    <a:pt x="961" y="7616"/>
                    <a:pt x="1960" y="8541"/>
                    <a:pt x="3254" y="9465"/>
                  </a:cubicBezTo>
                  <a:cubicBezTo>
                    <a:pt x="5213" y="10833"/>
                    <a:pt x="7801" y="12127"/>
                    <a:pt x="10426" y="13125"/>
                  </a:cubicBezTo>
                  <a:cubicBezTo>
                    <a:pt x="13014" y="14086"/>
                    <a:pt x="15602" y="14715"/>
                    <a:pt x="17524" y="14715"/>
                  </a:cubicBezTo>
                  <a:lnTo>
                    <a:pt x="17524" y="14123"/>
                  </a:lnTo>
                  <a:cubicBezTo>
                    <a:pt x="15121" y="14123"/>
                    <a:pt x="11387" y="13014"/>
                    <a:pt x="8097" y="11461"/>
                  </a:cubicBezTo>
                  <a:cubicBezTo>
                    <a:pt x="6433" y="10722"/>
                    <a:pt x="4880" y="9835"/>
                    <a:pt x="3623" y="8947"/>
                  </a:cubicBezTo>
                  <a:cubicBezTo>
                    <a:pt x="2366" y="8097"/>
                    <a:pt x="1442" y="7173"/>
                    <a:pt x="1035" y="6396"/>
                  </a:cubicBezTo>
                  <a:cubicBezTo>
                    <a:pt x="740" y="5879"/>
                    <a:pt x="629" y="5398"/>
                    <a:pt x="629" y="4917"/>
                  </a:cubicBezTo>
                  <a:cubicBezTo>
                    <a:pt x="629" y="3734"/>
                    <a:pt x="1405" y="2625"/>
                    <a:pt x="2181" y="1812"/>
                  </a:cubicBezTo>
                  <a:cubicBezTo>
                    <a:pt x="2588" y="1405"/>
                    <a:pt x="2995" y="1072"/>
                    <a:pt x="3291" y="851"/>
                  </a:cubicBezTo>
                  <a:cubicBezTo>
                    <a:pt x="3438" y="740"/>
                    <a:pt x="3586" y="666"/>
                    <a:pt x="3660" y="592"/>
                  </a:cubicBezTo>
                  <a:lnTo>
                    <a:pt x="3771" y="518"/>
                  </a:lnTo>
                  <a:lnTo>
                    <a:pt x="3808" y="518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4" name="Google Shape;1704;p36"/>
            <p:cNvSpPr/>
            <p:nvPr/>
          </p:nvSpPr>
          <p:spPr>
            <a:xfrm>
              <a:off x="4434325" y="2717300"/>
              <a:ext cx="1258875" cy="2210575"/>
            </a:xfrm>
            <a:custGeom>
              <a:rect b="b" l="l" r="r" t="t"/>
              <a:pathLst>
                <a:path extrusionOk="0" h="88423" w="50355">
                  <a:moveTo>
                    <a:pt x="29766" y="1"/>
                  </a:moveTo>
                  <a:cubicBezTo>
                    <a:pt x="24738" y="1"/>
                    <a:pt x="21221" y="247"/>
                    <a:pt x="21221" y="247"/>
                  </a:cubicBezTo>
                  <a:cubicBezTo>
                    <a:pt x="21221" y="247"/>
                    <a:pt x="14936" y="18696"/>
                    <a:pt x="11609" y="35850"/>
                  </a:cubicBezTo>
                  <a:cubicBezTo>
                    <a:pt x="8282" y="53004"/>
                    <a:pt x="0" y="88422"/>
                    <a:pt x="0" y="88422"/>
                  </a:cubicBezTo>
                  <a:lnTo>
                    <a:pt x="33939" y="88422"/>
                  </a:lnTo>
                  <a:cubicBezTo>
                    <a:pt x="33939" y="88422"/>
                    <a:pt x="34124" y="80511"/>
                    <a:pt x="35418" y="70159"/>
                  </a:cubicBezTo>
                  <a:cubicBezTo>
                    <a:pt x="36712" y="59844"/>
                    <a:pt x="50354" y="4314"/>
                    <a:pt x="50354" y="4314"/>
                  </a:cubicBezTo>
                  <a:cubicBezTo>
                    <a:pt x="50354" y="4314"/>
                    <a:pt x="47212" y="802"/>
                    <a:pt x="38191" y="247"/>
                  </a:cubicBezTo>
                  <a:cubicBezTo>
                    <a:pt x="35171" y="62"/>
                    <a:pt x="32280" y="1"/>
                    <a:pt x="297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p36"/>
            <p:cNvSpPr/>
            <p:nvPr/>
          </p:nvSpPr>
          <p:spPr>
            <a:xfrm>
              <a:off x="4426000" y="2709600"/>
              <a:ext cx="1275500" cy="2226600"/>
            </a:xfrm>
            <a:custGeom>
              <a:rect b="b" l="l" r="r" t="t"/>
              <a:pathLst>
                <a:path extrusionOk="0" h="89064" w="51020">
                  <a:moveTo>
                    <a:pt x="30094" y="629"/>
                  </a:moveTo>
                  <a:cubicBezTo>
                    <a:pt x="32608" y="629"/>
                    <a:pt x="35492" y="666"/>
                    <a:pt x="38487" y="851"/>
                  </a:cubicBezTo>
                  <a:cubicBezTo>
                    <a:pt x="42960" y="1147"/>
                    <a:pt x="45992" y="2145"/>
                    <a:pt x="47840" y="3069"/>
                  </a:cubicBezTo>
                  <a:cubicBezTo>
                    <a:pt x="48802" y="3513"/>
                    <a:pt x="49467" y="3957"/>
                    <a:pt x="49874" y="4289"/>
                  </a:cubicBezTo>
                  <a:cubicBezTo>
                    <a:pt x="50096" y="4474"/>
                    <a:pt x="50243" y="4585"/>
                    <a:pt x="50317" y="4696"/>
                  </a:cubicBezTo>
                  <a:lnTo>
                    <a:pt x="50350" y="4718"/>
                  </a:lnTo>
                  <a:lnTo>
                    <a:pt x="50350" y="4718"/>
                  </a:lnTo>
                  <a:cubicBezTo>
                    <a:pt x="49952" y="6341"/>
                    <a:pt x="46759" y="19392"/>
                    <a:pt x="43404" y="33607"/>
                  </a:cubicBezTo>
                  <a:cubicBezTo>
                    <a:pt x="41629" y="41186"/>
                    <a:pt x="39781" y="49098"/>
                    <a:pt x="38339" y="55753"/>
                  </a:cubicBezTo>
                  <a:cubicBezTo>
                    <a:pt x="36860" y="62444"/>
                    <a:pt x="35751" y="67842"/>
                    <a:pt x="35455" y="70430"/>
                  </a:cubicBezTo>
                  <a:cubicBezTo>
                    <a:pt x="34307" y="79613"/>
                    <a:pt x="34032" y="86906"/>
                    <a:pt x="33985" y="88435"/>
                  </a:cubicBezTo>
                  <a:lnTo>
                    <a:pt x="715" y="88435"/>
                  </a:lnTo>
                  <a:cubicBezTo>
                    <a:pt x="1603" y="84627"/>
                    <a:pt x="9110" y="52359"/>
                    <a:pt x="12238" y="36232"/>
                  </a:cubicBezTo>
                  <a:cubicBezTo>
                    <a:pt x="13901" y="27655"/>
                    <a:pt x="16304" y="18745"/>
                    <a:pt x="18264" y="12016"/>
                  </a:cubicBezTo>
                  <a:cubicBezTo>
                    <a:pt x="19262" y="8652"/>
                    <a:pt x="20149" y="5805"/>
                    <a:pt x="20815" y="3809"/>
                  </a:cubicBezTo>
                  <a:cubicBezTo>
                    <a:pt x="21111" y="2810"/>
                    <a:pt x="21369" y="1997"/>
                    <a:pt x="21554" y="1480"/>
                  </a:cubicBezTo>
                  <a:cubicBezTo>
                    <a:pt x="21652" y="1188"/>
                    <a:pt x="21718" y="978"/>
                    <a:pt x="21759" y="844"/>
                  </a:cubicBezTo>
                  <a:lnTo>
                    <a:pt x="21759" y="844"/>
                  </a:lnTo>
                  <a:cubicBezTo>
                    <a:pt x="21863" y="839"/>
                    <a:pt x="22005" y="830"/>
                    <a:pt x="22183" y="814"/>
                  </a:cubicBezTo>
                  <a:cubicBezTo>
                    <a:pt x="23403" y="740"/>
                    <a:pt x="26323" y="629"/>
                    <a:pt x="30094" y="629"/>
                  </a:cubicBezTo>
                  <a:close/>
                  <a:moveTo>
                    <a:pt x="30094" y="1"/>
                  </a:moveTo>
                  <a:cubicBezTo>
                    <a:pt x="25066" y="1"/>
                    <a:pt x="21517" y="259"/>
                    <a:pt x="21517" y="259"/>
                  </a:cubicBezTo>
                  <a:cubicBezTo>
                    <a:pt x="21406" y="259"/>
                    <a:pt x="21295" y="333"/>
                    <a:pt x="21258" y="444"/>
                  </a:cubicBezTo>
                  <a:cubicBezTo>
                    <a:pt x="21258" y="444"/>
                    <a:pt x="14973" y="18930"/>
                    <a:pt x="11646" y="36121"/>
                  </a:cubicBezTo>
                  <a:cubicBezTo>
                    <a:pt x="9982" y="44661"/>
                    <a:pt x="7062" y="57823"/>
                    <a:pt x="4585" y="68840"/>
                  </a:cubicBezTo>
                  <a:cubicBezTo>
                    <a:pt x="3328" y="74312"/>
                    <a:pt x="2182" y="79303"/>
                    <a:pt x="1368" y="82889"/>
                  </a:cubicBezTo>
                  <a:cubicBezTo>
                    <a:pt x="962" y="84664"/>
                    <a:pt x="629" y="86105"/>
                    <a:pt x="370" y="87141"/>
                  </a:cubicBezTo>
                  <a:cubicBezTo>
                    <a:pt x="148" y="88139"/>
                    <a:pt x="0" y="88693"/>
                    <a:pt x="0" y="88693"/>
                  </a:cubicBezTo>
                  <a:cubicBezTo>
                    <a:pt x="0" y="88767"/>
                    <a:pt x="0" y="88878"/>
                    <a:pt x="74" y="88952"/>
                  </a:cubicBezTo>
                  <a:cubicBezTo>
                    <a:pt x="148" y="89026"/>
                    <a:pt x="222" y="89063"/>
                    <a:pt x="333" y="89063"/>
                  </a:cubicBezTo>
                  <a:lnTo>
                    <a:pt x="34272" y="89063"/>
                  </a:lnTo>
                  <a:cubicBezTo>
                    <a:pt x="34420" y="89063"/>
                    <a:pt x="34568" y="88915"/>
                    <a:pt x="34568" y="88767"/>
                  </a:cubicBezTo>
                  <a:cubicBezTo>
                    <a:pt x="34568" y="88767"/>
                    <a:pt x="34605" y="88250"/>
                    <a:pt x="34642" y="87362"/>
                  </a:cubicBezTo>
                  <a:cubicBezTo>
                    <a:pt x="34753" y="84664"/>
                    <a:pt x="35085" y="78268"/>
                    <a:pt x="36047" y="70504"/>
                  </a:cubicBezTo>
                  <a:cubicBezTo>
                    <a:pt x="36379" y="67953"/>
                    <a:pt x="37452" y="62555"/>
                    <a:pt x="38930" y="55900"/>
                  </a:cubicBezTo>
                  <a:cubicBezTo>
                    <a:pt x="41112" y="45918"/>
                    <a:pt x="44143" y="33089"/>
                    <a:pt x="46583" y="22812"/>
                  </a:cubicBezTo>
                  <a:cubicBezTo>
                    <a:pt x="47840" y="17636"/>
                    <a:pt x="48949" y="13125"/>
                    <a:pt x="49726" y="9872"/>
                  </a:cubicBezTo>
                  <a:cubicBezTo>
                    <a:pt x="50133" y="8245"/>
                    <a:pt x="50428" y="6951"/>
                    <a:pt x="50650" y="6064"/>
                  </a:cubicBezTo>
                  <a:cubicBezTo>
                    <a:pt x="50872" y="5177"/>
                    <a:pt x="50983" y="4696"/>
                    <a:pt x="50983" y="4696"/>
                  </a:cubicBezTo>
                  <a:cubicBezTo>
                    <a:pt x="51020" y="4585"/>
                    <a:pt x="50983" y="4474"/>
                    <a:pt x="50909" y="4400"/>
                  </a:cubicBezTo>
                  <a:cubicBezTo>
                    <a:pt x="50872" y="4363"/>
                    <a:pt x="47655" y="814"/>
                    <a:pt x="38524" y="259"/>
                  </a:cubicBezTo>
                  <a:cubicBezTo>
                    <a:pt x="35492" y="75"/>
                    <a:pt x="32608" y="1"/>
                    <a:pt x="300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p36"/>
            <p:cNvSpPr/>
            <p:nvPr/>
          </p:nvSpPr>
          <p:spPr>
            <a:xfrm>
              <a:off x="5009200" y="2762300"/>
              <a:ext cx="495450" cy="732950"/>
            </a:xfrm>
            <a:custGeom>
              <a:rect b="b" l="l" r="r" t="t"/>
              <a:pathLst>
                <a:path extrusionOk="0" h="29318" w="19818">
                  <a:moveTo>
                    <a:pt x="2515" y="0"/>
                  </a:moveTo>
                  <a:cubicBezTo>
                    <a:pt x="2515" y="0"/>
                    <a:pt x="1" y="10685"/>
                    <a:pt x="1" y="16970"/>
                  </a:cubicBezTo>
                  <a:cubicBezTo>
                    <a:pt x="1" y="22449"/>
                    <a:pt x="3278" y="29317"/>
                    <a:pt x="8798" y="29317"/>
                  </a:cubicBezTo>
                  <a:cubicBezTo>
                    <a:pt x="9646" y="29317"/>
                    <a:pt x="10548" y="29155"/>
                    <a:pt x="11499" y="28800"/>
                  </a:cubicBezTo>
                  <a:cubicBezTo>
                    <a:pt x="18671" y="26101"/>
                    <a:pt x="19817" y="18522"/>
                    <a:pt x="19817" y="13605"/>
                  </a:cubicBezTo>
                  <a:cubicBezTo>
                    <a:pt x="19817" y="8688"/>
                    <a:pt x="19521" y="1959"/>
                    <a:pt x="19521" y="1959"/>
                  </a:cubicBezTo>
                  <a:cubicBezTo>
                    <a:pt x="19521" y="1959"/>
                    <a:pt x="17513" y="3566"/>
                    <a:pt x="14167" y="3566"/>
                  </a:cubicBezTo>
                  <a:cubicBezTo>
                    <a:pt x="13089" y="3566"/>
                    <a:pt x="11871" y="3399"/>
                    <a:pt x="10537" y="2958"/>
                  </a:cubicBezTo>
                  <a:cubicBezTo>
                    <a:pt x="5066" y="1109"/>
                    <a:pt x="2515" y="0"/>
                    <a:pt x="2515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p36"/>
            <p:cNvSpPr/>
            <p:nvPr/>
          </p:nvSpPr>
          <p:spPr>
            <a:xfrm>
              <a:off x="5024925" y="2762300"/>
              <a:ext cx="478800" cy="363925"/>
            </a:xfrm>
            <a:custGeom>
              <a:rect b="b" l="l" r="r" t="t"/>
              <a:pathLst>
                <a:path extrusionOk="0" h="14557" w="19152">
                  <a:moveTo>
                    <a:pt x="1886" y="0"/>
                  </a:moveTo>
                  <a:cubicBezTo>
                    <a:pt x="1886" y="0"/>
                    <a:pt x="740" y="4917"/>
                    <a:pt x="0" y="10056"/>
                  </a:cubicBezTo>
                  <a:cubicBezTo>
                    <a:pt x="1494" y="12453"/>
                    <a:pt x="4130" y="14556"/>
                    <a:pt x="8798" y="14556"/>
                  </a:cubicBezTo>
                  <a:cubicBezTo>
                    <a:pt x="9098" y="14556"/>
                    <a:pt x="9406" y="14547"/>
                    <a:pt x="9724" y="14530"/>
                  </a:cubicBezTo>
                  <a:cubicBezTo>
                    <a:pt x="13901" y="14271"/>
                    <a:pt x="16933" y="12792"/>
                    <a:pt x="19151" y="10685"/>
                  </a:cubicBezTo>
                  <a:cubicBezTo>
                    <a:pt x="19077" y="6396"/>
                    <a:pt x="18892" y="1959"/>
                    <a:pt x="18892" y="1959"/>
                  </a:cubicBezTo>
                  <a:cubicBezTo>
                    <a:pt x="18892" y="1959"/>
                    <a:pt x="16884" y="3566"/>
                    <a:pt x="13538" y="3566"/>
                  </a:cubicBezTo>
                  <a:cubicBezTo>
                    <a:pt x="12460" y="3566"/>
                    <a:pt x="11242" y="3399"/>
                    <a:pt x="9908" y="2958"/>
                  </a:cubicBezTo>
                  <a:cubicBezTo>
                    <a:pt x="4437" y="1109"/>
                    <a:pt x="1886" y="0"/>
                    <a:pt x="18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p36"/>
            <p:cNvSpPr/>
            <p:nvPr/>
          </p:nvSpPr>
          <p:spPr>
            <a:xfrm>
              <a:off x="5031400" y="2805725"/>
              <a:ext cx="452900" cy="320750"/>
            </a:xfrm>
            <a:custGeom>
              <a:rect b="b" l="l" r="r" t="t"/>
              <a:pathLst>
                <a:path extrusionOk="0" h="12830" w="18116">
                  <a:moveTo>
                    <a:pt x="18116" y="2773"/>
                  </a:moveTo>
                  <a:lnTo>
                    <a:pt x="18079" y="2810"/>
                  </a:lnTo>
                  <a:cubicBezTo>
                    <a:pt x="18079" y="2810"/>
                    <a:pt x="18042" y="2810"/>
                    <a:pt x="18042" y="2847"/>
                  </a:cubicBezTo>
                  <a:cubicBezTo>
                    <a:pt x="17931" y="2995"/>
                    <a:pt x="17820" y="3180"/>
                    <a:pt x="17635" y="3402"/>
                  </a:cubicBezTo>
                  <a:cubicBezTo>
                    <a:pt x="17302" y="3883"/>
                    <a:pt x="16859" y="4585"/>
                    <a:pt x="16378" y="5435"/>
                  </a:cubicBezTo>
                  <a:cubicBezTo>
                    <a:pt x="15417" y="7099"/>
                    <a:pt x="14345" y="9317"/>
                    <a:pt x="13864" y="11536"/>
                  </a:cubicBezTo>
                  <a:cubicBezTo>
                    <a:pt x="13827" y="11683"/>
                    <a:pt x="13827" y="11831"/>
                    <a:pt x="13790" y="11979"/>
                  </a:cubicBezTo>
                  <a:cubicBezTo>
                    <a:pt x="15232" y="11499"/>
                    <a:pt x="16526" y="10833"/>
                    <a:pt x="17598" y="10020"/>
                  </a:cubicBezTo>
                  <a:cubicBezTo>
                    <a:pt x="17820" y="6914"/>
                    <a:pt x="18005" y="4437"/>
                    <a:pt x="18116" y="2773"/>
                  </a:cubicBezTo>
                  <a:close/>
                  <a:moveTo>
                    <a:pt x="1553" y="1"/>
                  </a:moveTo>
                  <a:lnTo>
                    <a:pt x="1553" y="75"/>
                  </a:lnTo>
                  <a:cubicBezTo>
                    <a:pt x="1294" y="1184"/>
                    <a:pt x="998" y="2700"/>
                    <a:pt x="666" y="4437"/>
                  </a:cubicBezTo>
                  <a:cubicBezTo>
                    <a:pt x="444" y="5768"/>
                    <a:pt x="185" y="7247"/>
                    <a:pt x="0" y="8689"/>
                  </a:cubicBezTo>
                  <a:cubicBezTo>
                    <a:pt x="1516" y="10944"/>
                    <a:pt x="4104" y="12829"/>
                    <a:pt x="8503" y="12829"/>
                  </a:cubicBezTo>
                  <a:cubicBezTo>
                    <a:pt x="8799" y="12829"/>
                    <a:pt x="9132" y="12793"/>
                    <a:pt x="9465" y="12793"/>
                  </a:cubicBezTo>
                  <a:cubicBezTo>
                    <a:pt x="10796" y="12719"/>
                    <a:pt x="12016" y="12497"/>
                    <a:pt x="13125" y="12201"/>
                  </a:cubicBezTo>
                  <a:cubicBezTo>
                    <a:pt x="13162" y="11942"/>
                    <a:pt x="13236" y="11683"/>
                    <a:pt x="13273" y="11388"/>
                  </a:cubicBezTo>
                  <a:cubicBezTo>
                    <a:pt x="13975" y="8171"/>
                    <a:pt x="15897" y="4955"/>
                    <a:pt x="16933" y="3365"/>
                  </a:cubicBezTo>
                  <a:lnTo>
                    <a:pt x="16933" y="3365"/>
                  </a:lnTo>
                  <a:cubicBezTo>
                    <a:pt x="15676" y="3920"/>
                    <a:pt x="14234" y="4252"/>
                    <a:pt x="12644" y="4326"/>
                  </a:cubicBezTo>
                  <a:cubicBezTo>
                    <a:pt x="12348" y="4363"/>
                    <a:pt x="12053" y="4363"/>
                    <a:pt x="11757" y="4363"/>
                  </a:cubicBezTo>
                  <a:cubicBezTo>
                    <a:pt x="6655" y="4363"/>
                    <a:pt x="3512" y="2219"/>
                    <a:pt x="1553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36"/>
            <p:cNvSpPr/>
            <p:nvPr/>
          </p:nvSpPr>
          <p:spPr>
            <a:xfrm>
              <a:off x="5001825" y="2754200"/>
              <a:ext cx="510200" cy="748450"/>
            </a:xfrm>
            <a:custGeom>
              <a:rect b="b" l="l" r="r" t="t"/>
              <a:pathLst>
                <a:path extrusionOk="0" h="29938" w="20408">
                  <a:moveTo>
                    <a:pt x="3044" y="746"/>
                  </a:moveTo>
                  <a:lnTo>
                    <a:pt x="3044" y="746"/>
                  </a:lnTo>
                  <a:cubicBezTo>
                    <a:pt x="3908" y="1120"/>
                    <a:pt x="6406" y="2112"/>
                    <a:pt x="10722" y="3540"/>
                  </a:cubicBezTo>
                  <a:cubicBezTo>
                    <a:pt x="12089" y="4021"/>
                    <a:pt x="13383" y="4206"/>
                    <a:pt x="14493" y="4206"/>
                  </a:cubicBezTo>
                  <a:cubicBezTo>
                    <a:pt x="16987" y="4206"/>
                    <a:pt x="18742" y="3330"/>
                    <a:pt x="19532" y="2835"/>
                  </a:cubicBezTo>
                  <a:lnTo>
                    <a:pt x="19532" y="2835"/>
                  </a:lnTo>
                  <a:cubicBezTo>
                    <a:pt x="19537" y="3002"/>
                    <a:pt x="19546" y="3202"/>
                    <a:pt x="19558" y="3430"/>
                  </a:cubicBezTo>
                  <a:cubicBezTo>
                    <a:pt x="19631" y="5537"/>
                    <a:pt x="19779" y="10269"/>
                    <a:pt x="19779" y="13929"/>
                  </a:cubicBezTo>
                  <a:cubicBezTo>
                    <a:pt x="19779" y="16369"/>
                    <a:pt x="19521" y="19475"/>
                    <a:pt x="18374" y="22248"/>
                  </a:cubicBezTo>
                  <a:cubicBezTo>
                    <a:pt x="17191" y="25020"/>
                    <a:pt x="15195" y="27497"/>
                    <a:pt x="11720" y="28828"/>
                  </a:cubicBezTo>
                  <a:cubicBezTo>
                    <a:pt x="10759" y="29161"/>
                    <a:pt x="9908" y="29309"/>
                    <a:pt x="9095" y="29309"/>
                  </a:cubicBezTo>
                  <a:cubicBezTo>
                    <a:pt x="7764" y="29309"/>
                    <a:pt x="6581" y="28902"/>
                    <a:pt x="5546" y="28200"/>
                  </a:cubicBezTo>
                  <a:cubicBezTo>
                    <a:pt x="3993" y="27165"/>
                    <a:pt x="2736" y="25464"/>
                    <a:pt x="1886" y="23505"/>
                  </a:cubicBezTo>
                  <a:cubicBezTo>
                    <a:pt x="1072" y="21545"/>
                    <a:pt x="592" y="19327"/>
                    <a:pt x="592" y="17294"/>
                  </a:cubicBezTo>
                  <a:cubicBezTo>
                    <a:pt x="592" y="14188"/>
                    <a:pt x="1220" y="9936"/>
                    <a:pt x="1849" y="6498"/>
                  </a:cubicBezTo>
                  <a:cubicBezTo>
                    <a:pt x="2181" y="4761"/>
                    <a:pt x="2477" y="3245"/>
                    <a:pt x="2736" y="2136"/>
                  </a:cubicBezTo>
                  <a:cubicBezTo>
                    <a:pt x="2847" y="1581"/>
                    <a:pt x="2958" y="1174"/>
                    <a:pt x="3032" y="842"/>
                  </a:cubicBezTo>
                  <a:cubicBezTo>
                    <a:pt x="3036" y="808"/>
                    <a:pt x="3040" y="776"/>
                    <a:pt x="3044" y="746"/>
                  </a:cubicBezTo>
                  <a:close/>
                  <a:moveTo>
                    <a:pt x="2828" y="1"/>
                  </a:moveTo>
                  <a:cubicBezTo>
                    <a:pt x="2782" y="1"/>
                    <a:pt x="2736" y="10"/>
                    <a:pt x="2699" y="28"/>
                  </a:cubicBezTo>
                  <a:cubicBezTo>
                    <a:pt x="2588" y="65"/>
                    <a:pt x="2551" y="139"/>
                    <a:pt x="2514" y="250"/>
                  </a:cubicBezTo>
                  <a:cubicBezTo>
                    <a:pt x="2514" y="250"/>
                    <a:pt x="1886" y="2912"/>
                    <a:pt x="1257" y="6387"/>
                  </a:cubicBezTo>
                  <a:cubicBezTo>
                    <a:pt x="629" y="9862"/>
                    <a:pt x="0" y="14114"/>
                    <a:pt x="0" y="17294"/>
                  </a:cubicBezTo>
                  <a:cubicBezTo>
                    <a:pt x="0" y="20103"/>
                    <a:pt x="813" y="23246"/>
                    <a:pt x="2366" y="25686"/>
                  </a:cubicBezTo>
                  <a:cubicBezTo>
                    <a:pt x="3143" y="26906"/>
                    <a:pt x="4067" y="27978"/>
                    <a:pt x="5213" y="28718"/>
                  </a:cubicBezTo>
                  <a:cubicBezTo>
                    <a:pt x="6322" y="29494"/>
                    <a:pt x="7653" y="29938"/>
                    <a:pt x="9095" y="29938"/>
                  </a:cubicBezTo>
                  <a:cubicBezTo>
                    <a:pt x="9982" y="29938"/>
                    <a:pt x="10943" y="29753"/>
                    <a:pt x="11905" y="29383"/>
                  </a:cubicBezTo>
                  <a:cubicBezTo>
                    <a:pt x="15602" y="28015"/>
                    <a:pt x="17746" y="25390"/>
                    <a:pt x="18929" y="22469"/>
                  </a:cubicBezTo>
                  <a:cubicBezTo>
                    <a:pt x="20112" y="19586"/>
                    <a:pt x="20408" y="16406"/>
                    <a:pt x="20408" y="13929"/>
                  </a:cubicBezTo>
                  <a:cubicBezTo>
                    <a:pt x="20408" y="9012"/>
                    <a:pt x="20112" y="2283"/>
                    <a:pt x="20112" y="2283"/>
                  </a:cubicBezTo>
                  <a:cubicBezTo>
                    <a:pt x="20112" y="2136"/>
                    <a:pt x="20038" y="2062"/>
                    <a:pt x="19927" y="1988"/>
                  </a:cubicBezTo>
                  <a:cubicBezTo>
                    <a:pt x="19906" y="1977"/>
                    <a:pt x="19878" y="1972"/>
                    <a:pt x="19847" y="1972"/>
                  </a:cubicBezTo>
                  <a:cubicBezTo>
                    <a:pt x="19773" y="1972"/>
                    <a:pt x="19684" y="1999"/>
                    <a:pt x="19631" y="2025"/>
                  </a:cubicBezTo>
                  <a:lnTo>
                    <a:pt x="19594" y="2062"/>
                  </a:lnTo>
                  <a:cubicBezTo>
                    <a:pt x="19410" y="2210"/>
                    <a:pt x="17524" y="3577"/>
                    <a:pt x="14493" y="3577"/>
                  </a:cubicBezTo>
                  <a:cubicBezTo>
                    <a:pt x="13420" y="3577"/>
                    <a:pt x="12237" y="3393"/>
                    <a:pt x="10943" y="2986"/>
                  </a:cubicBezTo>
                  <a:cubicBezTo>
                    <a:pt x="8208" y="2062"/>
                    <a:pt x="6211" y="1322"/>
                    <a:pt x="4880" y="805"/>
                  </a:cubicBezTo>
                  <a:cubicBezTo>
                    <a:pt x="4215" y="583"/>
                    <a:pt x="3734" y="361"/>
                    <a:pt x="3438" y="250"/>
                  </a:cubicBezTo>
                  <a:cubicBezTo>
                    <a:pt x="3253" y="176"/>
                    <a:pt x="3143" y="102"/>
                    <a:pt x="3069" y="102"/>
                  </a:cubicBezTo>
                  <a:cubicBezTo>
                    <a:pt x="2995" y="65"/>
                    <a:pt x="2958" y="28"/>
                    <a:pt x="2958" y="28"/>
                  </a:cubicBezTo>
                  <a:cubicBezTo>
                    <a:pt x="2921" y="10"/>
                    <a:pt x="2875" y="1"/>
                    <a:pt x="28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0" name="Google Shape;1710;p36"/>
            <p:cNvSpPr/>
            <p:nvPr/>
          </p:nvSpPr>
          <p:spPr>
            <a:xfrm>
              <a:off x="5354875" y="2859575"/>
              <a:ext cx="133125" cy="419400"/>
            </a:xfrm>
            <a:custGeom>
              <a:rect b="b" l="l" r="r" t="t"/>
              <a:pathLst>
                <a:path extrusionOk="0" h="16776" w="5325">
                  <a:moveTo>
                    <a:pt x="4991" y="0"/>
                  </a:moveTo>
                  <a:cubicBezTo>
                    <a:pt x="4895" y="0"/>
                    <a:pt x="4800" y="49"/>
                    <a:pt x="4733" y="139"/>
                  </a:cubicBezTo>
                  <a:cubicBezTo>
                    <a:pt x="4733" y="139"/>
                    <a:pt x="1332" y="4649"/>
                    <a:pt x="334" y="9234"/>
                  </a:cubicBezTo>
                  <a:cubicBezTo>
                    <a:pt x="112" y="10343"/>
                    <a:pt x="1" y="11341"/>
                    <a:pt x="1" y="12228"/>
                  </a:cubicBezTo>
                  <a:cubicBezTo>
                    <a:pt x="1" y="15001"/>
                    <a:pt x="925" y="16591"/>
                    <a:pt x="925" y="16628"/>
                  </a:cubicBezTo>
                  <a:cubicBezTo>
                    <a:pt x="999" y="16726"/>
                    <a:pt x="1106" y="16776"/>
                    <a:pt x="1213" y="16776"/>
                  </a:cubicBezTo>
                  <a:cubicBezTo>
                    <a:pt x="1266" y="16776"/>
                    <a:pt x="1319" y="16763"/>
                    <a:pt x="1369" y="16739"/>
                  </a:cubicBezTo>
                  <a:cubicBezTo>
                    <a:pt x="1517" y="16665"/>
                    <a:pt x="1554" y="16443"/>
                    <a:pt x="1480" y="16295"/>
                  </a:cubicBezTo>
                  <a:cubicBezTo>
                    <a:pt x="1369" y="16147"/>
                    <a:pt x="629" y="14705"/>
                    <a:pt x="629" y="12228"/>
                  </a:cubicBezTo>
                  <a:cubicBezTo>
                    <a:pt x="629" y="11378"/>
                    <a:pt x="703" y="10417"/>
                    <a:pt x="925" y="9382"/>
                  </a:cubicBezTo>
                  <a:cubicBezTo>
                    <a:pt x="1406" y="7163"/>
                    <a:pt x="2478" y="4945"/>
                    <a:pt x="3439" y="3281"/>
                  </a:cubicBezTo>
                  <a:cubicBezTo>
                    <a:pt x="3920" y="2431"/>
                    <a:pt x="4363" y="1729"/>
                    <a:pt x="4696" y="1248"/>
                  </a:cubicBezTo>
                  <a:cubicBezTo>
                    <a:pt x="4881" y="1026"/>
                    <a:pt x="4992" y="841"/>
                    <a:pt x="5103" y="693"/>
                  </a:cubicBezTo>
                  <a:cubicBezTo>
                    <a:pt x="5177" y="582"/>
                    <a:pt x="5251" y="509"/>
                    <a:pt x="5251" y="509"/>
                  </a:cubicBezTo>
                  <a:cubicBezTo>
                    <a:pt x="5325" y="361"/>
                    <a:pt x="5325" y="176"/>
                    <a:pt x="5177" y="65"/>
                  </a:cubicBezTo>
                  <a:cubicBezTo>
                    <a:pt x="5118" y="21"/>
                    <a:pt x="5054" y="0"/>
                    <a:pt x="49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36"/>
            <p:cNvSpPr/>
            <p:nvPr/>
          </p:nvSpPr>
          <p:spPr>
            <a:xfrm>
              <a:off x="3913950" y="2701900"/>
              <a:ext cx="2461350" cy="2225975"/>
            </a:xfrm>
            <a:custGeom>
              <a:rect b="b" l="l" r="r" t="t"/>
              <a:pathLst>
                <a:path extrusionOk="0" h="89039" w="98454">
                  <a:moveTo>
                    <a:pt x="45813" y="0"/>
                  </a:moveTo>
                  <a:cubicBezTo>
                    <a:pt x="45788" y="0"/>
                    <a:pt x="45770" y="13"/>
                    <a:pt x="45770" y="13"/>
                  </a:cubicBezTo>
                  <a:cubicBezTo>
                    <a:pt x="45770" y="13"/>
                    <a:pt x="18819" y="457"/>
                    <a:pt x="16859" y="567"/>
                  </a:cubicBezTo>
                  <a:cubicBezTo>
                    <a:pt x="14863" y="715"/>
                    <a:pt x="15713" y="14210"/>
                    <a:pt x="15713" y="33434"/>
                  </a:cubicBezTo>
                  <a:cubicBezTo>
                    <a:pt x="15713" y="51106"/>
                    <a:pt x="2219" y="83863"/>
                    <a:pt x="1" y="89038"/>
                  </a:cubicBezTo>
                  <a:lnTo>
                    <a:pt x="25584" y="89038"/>
                  </a:lnTo>
                  <a:cubicBezTo>
                    <a:pt x="26398" y="85489"/>
                    <a:pt x="30280" y="69259"/>
                    <a:pt x="33126" y="60423"/>
                  </a:cubicBezTo>
                  <a:cubicBezTo>
                    <a:pt x="36380" y="50441"/>
                    <a:pt x="40594" y="38093"/>
                    <a:pt x="41408" y="30625"/>
                  </a:cubicBezTo>
                  <a:cubicBezTo>
                    <a:pt x="42258" y="23194"/>
                    <a:pt x="45770" y="3377"/>
                    <a:pt x="45770" y="3377"/>
                  </a:cubicBezTo>
                  <a:cubicBezTo>
                    <a:pt x="46226" y="275"/>
                    <a:pt x="45932" y="0"/>
                    <a:pt x="45813" y="0"/>
                  </a:cubicBezTo>
                  <a:close/>
                  <a:moveTo>
                    <a:pt x="67668" y="1054"/>
                  </a:moveTo>
                  <a:cubicBezTo>
                    <a:pt x="63932" y="1054"/>
                    <a:pt x="63331" y="2426"/>
                    <a:pt x="63331" y="4375"/>
                  </a:cubicBezTo>
                  <a:cubicBezTo>
                    <a:pt x="63331" y="4375"/>
                    <a:pt x="62629" y="13211"/>
                    <a:pt x="61779" y="26854"/>
                  </a:cubicBezTo>
                  <a:cubicBezTo>
                    <a:pt x="60928" y="40459"/>
                    <a:pt x="57564" y="57059"/>
                    <a:pt x="53238" y="68150"/>
                  </a:cubicBezTo>
                  <a:cubicBezTo>
                    <a:pt x="48876" y="79241"/>
                    <a:pt x="49024" y="85970"/>
                    <a:pt x="49135" y="88077"/>
                  </a:cubicBezTo>
                  <a:cubicBezTo>
                    <a:pt x="49172" y="88447"/>
                    <a:pt x="49209" y="88780"/>
                    <a:pt x="49209" y="89038"/>
                  </a:cubicBezTo>
                  <a:lnTo>
                    <a:pt x="68766" y="89038"/>
                  </a:lnTo>
                  <a:cubicBezTo>
                    <a:pt x="68248" y="85896"/>
                    <a:pt x="67990" y="78465"/>
                    <a:pt x="72759" y="65451"/>
                  </a:cubicBezTo>
                  <a:cubicBezTo>
                    <a:pt x="72759" y="65451"/>
                    <a:pt x="72759" y="77134"/>
                    <a:pt x="73868" y="80498"/>
                  </a:cubicBezTo>
                  <a:cubicBezTo>
                    <a:pt x="74489" y="82381"/>
                    <a:pt x="74727" y="83383"/>
                    <a:pt x="75575" y="83383"/>
                  </a:cubicBezTo>
                  <a:cubicBezTo>
                    <a:pt x="76242" y="83383"/>
                    <a:pt x="77286" y="82762"/>
                    <a:pt x="79192" y="81459"/>
                  </a:cubicBezTo>
                  <a:cubicBezTo>
                    <a:pt x="83554" y="78539"/>
                    <a:pt x="98453" y="59425"/>
                    <a:pt x="98453" y="59425"/>
                  </a:cubicBezTo>
                  <a:lnTo>
                    <a:pt x="98453" y="53103"/>
                  </a:lnTo>
                  <a:cubicBezTo>
                    <a:pt x="98453" y="53103"/>
                    <a:pt x="92538" y="56615"/>
                    <a:pt x="88323" y="58722"/>
                  </a:cubicBezTo>
                  <a:cubicBezTo>
                    <a:pt x="87504" y="59132"/>
                    <a:pt x="86834" y="59335"/>
                    <a:pt x="86294" y="59335"/>
                  </a:cubicBezTo>
                  <a:cubicBezTo>
                    <a:pt x="84060" y="59335"/>
                    <a:pt x="84066" y="55855"/>
                    <a:pt x="84959" y="49184"/>
                  </a:cubicBezTo>
                  <a:cubicBezTo>
                    <a:pt x="86068" y="40903"/>
                    <a:pt x="95791" y="9440"/>
                    <a:pt x="95902" y="7185"/>
                  </a:cubicBezTo>
                  <a:cubicBezTo>
                    <a:pt x="96050" y="4930"/>
                    <a:pt x="79192" y="2564"/>
                    <a:pt x="71761" y="1418"/>
                  </a:cubicBezTo>
                  <a:cubicBezTo>
                    <a:pt x="70093" y="1169"/>
                    <a:pt x="68749" y="1054"/>
                    <a:pt x="67668" y="1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36"/>
            <p:cNvSpPr/>
            <p:nvPr/>
          </p:nvSpPr>
          <p:spPr>
            <a:xfrm>
              <a:off x="5139525" y="3731850"/>
              <a:ext cx="1235775" cy="1196025"/>
            </a:xfrm>
            <a:custGeom>
              <a:rect b="b" l="l" r="r" t="t"/>
              <a:pathLst>
                <a:path extrusionOk="0" h="47841" w="49431">
                  <a:moveTo>
                    <a:pt x="32276" y="0"/>
                  </a:moveTo>
                  <a:cubicBezTo>
                    <a:pt x="32276" y="0"/>
                    <a:pt x="14678" y="31388"/>
                    <a:pt x="5842" y="37969"/>
                  </a:cubicBezTo>
                  <a:cubicBezTo>
                    <a:pt x="3883" y="39448"/>
                    <a:pt x="1960" y="40779"/>
                    <a:pt x="259" y="42073"/>
                  </a:cubicBezTo>
                  <a:cubicBezTo>
                    <a:pt x="1" y="44402"/>
                    <a:pt x="75" y="46029"/>
                    <a:pt x="112" y="46879"/>
                  </a:cubicBezTo>
                  <a:cubicBezTo>
                    <a:pt x="149" y="47249"/>
                    <a:pt x="186" y="47582"/>
                    <a:pt x="186" y="47840"/>
                  </a:cubicBezTo>
                  <a:lnTo>
                    <a:pt x="19743" y="47840"/>
                  </a:lnTo>
                  <a:cubicBezTo>
                    <a:pt x="19225" y="44698"/>
                    <a:pt x="18967" y="37267"/>
                    <a:pt x="23736" y="24253"/>
                  </a:cubicBezTo>
                  <a:cubicBezTo>
                    <a:pt x="23736" y="24253"/>
                    <a:pt x="23736" y="35936"/>
                    <a:pt x="24845" y="39300"/>
                  </a:cubicBezTo>
                  <a:cubicBezTo>
                    <a:pt x="25466" y="41183"/>
                    <a:pt x="25704" y="42185"/>
                    <a:pt x="26552" y="42185"/>
                  </a:cubicBezTo>
                  <a:cubicBezTo>
                    <a:pt x="27219" y="42185"/>
                    <a:pt x="28263" y="41564"/>
                    <a:pt x="30169" y="40261"/>
                  </a:cubicBezTo>
                  <a:cubicBezTo>
                    <a:pt x="34531" y="37341"/>
                    <a:pt x="49430" y="18227"/>
                    <a:pt x="49430" y="18227"/>
                  </a:cubicBezTo>
                  <a:lnTo>
                    <a:pt x="49430" y="11905"/>
                  </a:lnTo>
                  <a:cubicBezTo>
                    <a:pt x="49430" y="11905"/>
                    <a:pt x="43515" y="15417"/>
                    <a:pt x="39300" y="17524"/>
                  </a:cubicBezTo>
                  <a:cubicBezTo>
                    <a:pt x="38481" y="17934"/>
                    <a:pt x="37811" y="18137"/>
                    <a:pt x="37271" y="18137"/>
                  </a:cubicBezTo>
                  <a:cubicBezTo>
                    <a:pt x="35037" y="18137"/>
                    <a:pt x="35043" y="14657"/>
                    <a:pt x="35936" y="7986"/>
                  </a:cubicBezTo>
                  <a:cubicBezTo>
                    <a:pt x="36158" y="6396"/>
                    <a:pt x="36676" y="3919"/>
                    <a:pt x="37415" y="962"/>
                  </a:cubicBezTo>
                  <a:lnTo>
                    <a:pt x="322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3" name="Google Shape;1713;p36"/>
            <p:cNvSpPr/>
            <p:nvPr/>
          </p:nvSpPr>
          <p:spPr>
            <a:xfrm>
              <a:off x="3913950" y="3766050"/>
              <a:ext cx="429825" cy="1161825"/>
            </a:xfrm>
            <a:custGeom>
              <a:rect b="b" l="l" r="r" t="t"/>
              <a:pathLst>
                <a:path extrusionOk="0" h="46473" w="17193">
                  <a:moveTo>
                    <a:pt x="17192" y="0"/>
                  </a:moveTo>
                  <a:lnTo>
                    <a:pt x="13162" y="8097"/>
                  </a:lnTo>
                  <a:cubicBezTo>
                    <a:pt x="9095" y="24549"/>
                    <a:pt x="1590" y="42738"/>
                    <a:pt x="1" y="46472"/>
                  </a:cubicBezTo>
                  <a:lnTo>
                    <a:pt x="6101" y="46472"/>
                  </a:lnTo>
                  <a:lnTo>
                    <a:pt x="171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4" name="Google Shape;1714;p36"/>
            <p:cNvSpPr/>
            <p:nvPr/>
          </p:nvSpPr>
          <p:spPr>
            <a:xfrm>
              <a:off x="5142300" y="4519325"/>
              <a:ext cx="933525" cy="401150"/>
            </a:xfrm>
            <a:custGeom>
              <a:rect b="b" l="l" r="r" t="t"/>
              <a:pathLst>
                <a:path extrusionOk="0" h="16046" w="37341">
                  <a:moveTo>
                    <a:pt x="24142" y="777"/>
                  </a:moveTo>
                  <a:lnTo>
                    <a:pt x="24142" y="777"/>
                  </a:lnTo>
                  <a:cubicBezTo>
                    <a:pt x="24216" y="1886"/>
                    <a:pt x="24290" y="2995"/>
                    <a:pt x="24401" y="3993"/>
                  </a:cubicBezTo>
                  <a:cubicBezTo>
                    <a:pt x="24549" y="5546"/>
                    <a:pt x="24771" y="6914"/>
                    <a:pt x="25030" y="7690"/>
                  </a:cubicBezTo>
                  <a:cubicBezTo>
                    <a:pt x="25252" y="8430"/>
                    <a:pt x="25436" y="8984"/>
                    <a:pt x="25621" y="9428"/>
                  </a:cubicBezTo>
                  <a:cubicBezTo>
                    <a:pt x="25769" y="9872"/>
                    <a:pt x="25954" y="10167"/>
                    <a:pt x="26102" y="10278"/>
                  </a:cubicBezTo>
                  <a:cubicBezTo>
                    <a:pt x="26213" y="10352"/>
                    <a:pt x="26287" y="10389"/>
                    <a:pt x="26435" y="10389"/>
                  </a:cubicBezTo>
                  <a:lnTo>
                    <a:pt x="26472" y="10389"/>
                  </a:lnTo>
                  <a:cubicBezTo>
                    <a:pt x="26693" y="10389"/>
                    <a:pt x="27100" y="10241"/>
                    <a:pt x="27655" y="9945"/>
                  </a:cubicBezTo>
                  <a:cubicBezTo>
                    <a:pt x="28209" y="9650"/>
                    <a:pt x="28949" y="9169"/>
                    <a:pt x="29910" y="8541"/>
                  </a:cubicBezTo>
                  <a:cubicBezTo>
                    <a:pt x="30797" y="7912"/>
                    <a:pt x="32276" y="6507"/>
                    <a:pt x="33940" y="4696"/>
                  </a:cubicBezTo>
                  <a:cubicBezTo>
                    <a:pt x="35012" y="3550"/>
                    <a:pt x="36158" y="2256"/>
                    <a:pt x="37341" y="888"/>
                  </a:cubicBezTo>
                  <a:lnTo>
                    <a:pt x="24142" y="777"/>
                  </a:lnTo>
                  <a:close/>
                  <a:moveTo>
                    <a:pt x="11868" y="0"/>
                  </a:moveTo>
                  <a:cubicBezTo>
                    <a:pt x="9613" y="2847"/>
                    <a:pt x="7506" y="5176"/>
                    <a:pt x="5731" y="6470"/>
                  </a:cubicBezTo>
                  <a:cubicBezTo>
                    <a:pt x="3883" y="7875"/>
                    <a:pt x="2108" y="9132"/>
                    <a:pt x="481" y="10315"/>
                  </a:cubicBezTo>
                  <a:cubicBezTo>
                    <a:pt x="333" y="11757"/>
                    <a:pt x="259" y="12940"/>
                    <a:pt x="259" y="13827"/>
                  </a:cubicBezTo>
                  <a:cubicBezTo>
                    <a:pt x="259" y="14493"/>
                    <a:pt x="296" y="15010"/>
                    <a:pt x="333" y="15343"/>
                  </a:cubicBezTo>
                  <a:lnTo>
                    <a:pt x="1" y="15380"/>
                  </a:lnTo>
                  <a:lnTo>
                    <a:pt x="333" y="15380"/>
                  </a:lnTo>
                  <a:cubicBezTo>
                    <a:pt x="333" y="15602"/>
                    <a:pt x="370" y="15824"/>
                    <a:pt x="370" y="16046"/>
                  </a:cubicBezTo>
                  <a:lnTo>
                    <a:pt x="19299" y="16046"/>
                  </a:lnTo>
                  <a:cubicBezTo>
                    <a:pt x="19151" y="15195"/>
                    <a:pt x="19077" y="14086"/>
                    <a:pt x="19077" y="12681"/>
                  </a:cubicBezTo>
                  <a:cubicBezTo>
                    <a:pt x="19077" y="9872"/>
                    <a:pt x="19447" y="5953"/>
                    <a:pt x="20778" y="740"/>
                  </a:cubicBezTo>
                  <a:lnTo>
                    <a:pt x="13273" y="666"/>
                  </a:lnTo>
                  <a:cubicBezTo>
                    <a:pt x="12682" y="666"/>
                    <a:pt x="12201" y="407"/>
                    <a:pt x="11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5" name="Google Shape;1715;p36"/>
            <p:cNvSpPr/>
            <p:nvPr/>
          </p:nvSpPr>
          <p:spPr>
            <a:xfrm>
              <a:off x="3925975" y="4024850"/>
              <a:ext cx="355850" cy="895625"/>
            </a:xfrm>
            <a:custGeom>
              <a:rect b="b" l="l" r="r" t="t"/>
              <a:pathLst>
                <a:path extrusionOk="0" h="35825" w="14234">
                  <a:moveTo>
                    <a:pt x="14234" y="0"/>
                  </a:moveTo>
                  <a:lnTo>
                    <a:pt x="11498" y="8060"/>
                  </a:lnTo>
                  <a:lnTo>
                    <a:pt x="12348" y="7912"/>
                  </a:lnTo>
                  <a:lnTo>
                    <a:pt x="14234" y="0"/>
                  </a:lnTo>
                  <a:close/>
                  <a:moveTo>
                    <a:pt x="7727" y="27358"/>
                  </a:moveTo>
                  <a:lnTo>
                    <a:pt x="7727" y="27358"/>
                  </a:lnTo>
                  <a:cubicBezTo>
                    <a:pt x="5805" y="27913"/>
                    <a:pt x="4104" y="28394"/>
                    <a:pt x="2847" y="28726"/>
                  </a:cubicBezTo>
                  <a:cubicBezTo>
                    <a:pt x="1590" y="31980"/>
                    <a:pt x="555" y="34457"/>
                    <a:pt x="0" y="35825"/>
                  </a:cubicBezTo>
                  <a:lnTo>
                    <a:pt x="5694" y="35825"/>
                  </a:lnTo>
                  <a:lnTo>
                    <a:pt x="7727" y="273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6" name="Google Shape;1716;p36"/>
            <p:cNvSpPr/>
            <p:nvPr/>
          </p:nvSpPr>
          <p:spPr>
            <a:xfrm>
              <a:off x="3906550" y="2694575"/>
              <a:ext cx="2476150" cy="2241625"/>
            </a:xfrm>
            <a:custGeom>
              <a:rect b="b" l="l" r="r" t="t"/>
              <a:pathLst>
                <a:path extrusionOk="0" h="89665" w="99046">
                  <a:moveTo>
                    <a:pt x="25427" y="29501"/>
                  </a:moveTo>
                  <a:cubicBezTo>
                    <a:pt x="25333" y="29501"/>
                    <a:pt x="25243" y="29537"/>
                    <a:pt x="25178" y="29624"/>
                  </a:cubicBezTo>
                  <a:lnTo>
                    <a:pt x="20704" y="35502"/>
                  </a:lnTo>
                  <a:cubicBezTo>
                    <a:pt x="20594" y="35650"/>
                    <a:pt x="20594" y="35835"/>
                    <a:pt x="20741" y="35946"/>
                  </a:cubicBezTo>
                  <a:cubicBezTo>
                    <a:pt x="20803" y="35992"/>
                    <a:pt x="20872" y="36013"/>
                    <a:pt x="20939" y="36013"/>
                  </a:cubicBezTo>
                  <a:cubicBezTo>
                    <a:pt x="21031" y="36013"/>
                    <a:pt x="21121" y="35973"/>
                    <a:pt x="21185" y="35909"/>
                  </a:cubicBezTo>
                  <a:lnTo>
                    <a:pt x="25659" y="29993"/>
                  </a:lnTo>
                  <a:cubicBezTo>
                    <a:pt x="25769" y="29846"/>
                    <a:pt x="25732" y="29661"/>
                    <a:pt x="25622" y="29550"/>
                  </a:cubicBezTo>
                  <a:cubicBezTo>
                    <a:pt x="25560" y="29519"/>
                    <a:pt x="25493" y="29501"/>
                    <a:pt x="25427" y="29501"/>
                  </a:cubicBezTo>
                  <a:close/>
                  <a:moveTo>
                    <a:pt x="84879" y="20321"/>
                  </a:moveTo>
                  <a:cubicBezTo>
                    <a:pt x="84739" y="20321"/>
                    <a:pt x="84619" y="20421"/>
                    <a:pt x="84590" y="20566"/>
                  </a:cubicBezTo>
                  <a:lnTo>
                    <a:pt x="79044" y="41196"/>
                  </a:lnTo>
                  <a:cubicBezTo>
                    <a:pt x="79007" y="41343"/>
                    <a:pt x="79118" y="41528"/>
                    <a:pt x="79266" y="41565"/>
                  </a:cubicBezTo>
                  <a:cubicBezTo>
                    <a:pt x="79297" y="41571"/>
                    <a:pt x="79326" y="41574"/>
                    <a:pt x="79355" y="41574"/>
                  </a:cubicBezTo>
                  <a:cubicBezTo>
                    <a:pt x="79497" y="41574"/>
                    <a:pt x="79605" y="41497"/>
                    <a:pt x="79636" y="41343"/>
                  </a:cubicBezTo>
                  <a:lnTo>
                    <a:pt x="85181" y="20714"/>
                  </a:lnTo>
                  <a:cubicBezTo>
                    <a:pt x="85255" y="20529"/>
                    <a:pt x="85144" y="20381"/>
                    <a:pt x="84996" y="20344"/>
                  </a:cubicBezTo>
                  <a:cubicBezTo>
                    <a:pt x="84957" y="20328"/>
                    <a:pt x="84917" y="20321"/>
                    <a:pt x="84879" y="20321"/>
                  </a:cubicBezTo>
                  <a:close/>
                  <a:moveTo>
                    <a:pt x="45982" y="639"/>
                  </a:moveTo>
                  <a:cubicBezTo>
                    <a:pt x="46008" y="736"/>
                    <a:pt x="46029" y="896"/>
                    <a:pt x="46029" y="1119"/>
                  </a:cubicBezTo>
                  <a:cubicBezTo>
                    <a:pt x="46029" y="1600"/>
                    <a:pt x="45955" y="2376"/>
                    <a:pt x="45771" y="3633"/>
                  </a:cubicBezTo>
                  <a:cubicBezTo>
                    <a:pt x="45771" y="3633"/>
                    <a:pt x="42258" y="23413"/>
                    <a:pt x="41408" y="30881"/>
                  </a:cubicBezTo>
                  <a:cubicBezTo>
                    <a:pt x="40595" y="38275"/>
                    <a:pt x="36380" y="50623"/>
                    <a:pt x="33127" y="60605"/>
                  </a:cubicBezTo>
                  <a:cubicBezTo>
                    <a:pt x="30343" y="69280"/>
                    <a:pt x="26571" y="84987"/>
                    <a:pt x="25644" y="89036"/>
                  </a:cubicBezTo>
                  <a:lnTo>
                    <a:pt x="779" y="89036"/>
                  </a:lnTo>
                  <a:cubicBezTo>
                    <a:pt x="2092" y="85905"/>
                    <a:pt x="5803" y="76838"/>
                    <a:pt x="9281" y="66336"/>
                  </a:cubicBezTo>
                  <a:cubicBezTo>
                    <a:pt x="12941" y="55244"/>
                    <a:pt x="16305" y="42637"/>
                    <a:pt x="16342" y="33727"/>
                  </a:cubicBezTo>
                  <a:cubicBezTo>
                    <a:pt x="16342" y="24854"/>
                    <a:pt x="16157" y="17202"/>
                    <a:pt x="16157" y="11545"/>
                  </a:cubicBezTo>
                  <a:cubicBezTo>
                    <a:pt x="16157" y="8218"/>
                    <a:pt x="16194" y="5593"/>
                    <a:pt x="16416" y="3781"/>
                  </a:cubicBezTo>
                  <a:cubicBezTo>
                    <a:pt x="16490" y="2894"/>
                    <a:pt x="16638" y="2191"/>
                    <a:pt x="16786" y="1748"/>
                  </a:cubicBezTo>
                  <a:cubicBezTo>
                    <a:pt x="16860" y="1526"/>
                    <a:pt x="16933" y="1378"/>
                    <a:pt x="17007" y="1267"/>
                  </a:cubicBezTo>
                  <a:cubicBezTo>
                    <a:pt x="17081" y="1193"/>
                    <a:pt x="17118" y="1193"/>
                    <a:pt x="17155" y="1193"/>
                  </a:cubicBezTo>
                  <a:cubicBezTo>
                    <a:pt x="17636" y="1156"/>
                    <a:pt x="19706" y="1082"/>
                    <a:pt x="22516" y="1045"/>
                  </a:cubicBezTo>
                  <a:cubicBezTo>
                    <a:pt x="26694" y="934"/>
                    <a:pt x="32609" y="860"/>
                    <a:pt x="37452" y="750"/>
                  </a:cubicBezTo>
                  <a:cubicBezTo>
                    <a:pt x="39855" y="713"/>
                    <a:pt x="42036" y="676"/>
                    <a:pt x="43589" y="676"/>
                  </a:cubicBezTo>
                  <a:cubicBezTo>
                    <a:pt x="44869" y="645"/>
                    <a:pt x="45721" y="640"/>
                    <a:pt x="45982" y="639"/>
                  </a:cubicBezTo>
                  <a:close/>
                  <a:moveTo>
                    <a:pt x="67916" y="1637"/>
                  </a:moveTo>
                  <a:cubicBezTo>
                    <a:pt x="68988" y="1637"/>
                    <a:pt x="70319" y="1785"/>
                    <a:pt x="72020" y="2007"/>
                  </a:cubicBezTo>
                  <a:cubicBezTo>
                    <a:pt x="75717" y="2598"/>
                    <a:pt x="81743" y="3448"/>
                    <a:pt x="86845" y="4484"/>
                  </a:cubicBezTo>
                  <a:cubicBezTo>
                    <a:pt x="89396" y="4964"/>
                    <a:pt x="91725" y="5519"/>
                    <a:pt x="93389" y="6073"/>
                  </a:cubicBezTo>
                  <a:cubicBezTo>
                    <a:pt x="94202" y="6332"/>
                    <a:pt x="94867" y="6591"/>
                    <a:pt x="95311" y="6887"/>
                  </a:cubicBezTo>
                  <a:cubicBezTo>
                    <a:pt x="95533" y="6998"/>
                    <a:pt x="95681" y="7109"/>
                    <a:pt x="95792" y="7219"/>
                  </a:cubicBezTo>
                  <a:cubicBezTo>
                    <a:pt x="95903" y="7330"/>
                    <a:pt x="95903" y="7404"/>
                    <a:pt x="95903" y="7441"/>
                  </a:cubicBezTo>
                  <a:cubicBezTo>
                    <a:pt x="95903" y="7552"/>
                    <a:pt x="95866" y="7811"/>
                    <a:pt x="95792" y="8144"/>
                  </a:cubicBezTo>
                  <a:cubicBezTo>
                    <a:pt x="95200" y="10806"/>
                    <a:pt x="92760" y="19198"/>
                    <a:pt x="90320" y="27849"/>
                  </a:cubicBezTo>
                  <a:cubicBezTo>
                    <a:pt x="87880" y="36537"/>
                    <a:pt x="85477" y="45484"/>
                    <a:pt x="84959" y="49440"/>
                  </a:cubicBezTo>
                  <a:cubicBezTo>
                    <a:pt x="84590" y="52028"/>
                    <a:pt x="84368" y="54135"/>
                    <a:pt x="84368" y="55762"/>
                  </a:cubicBezTo>
                  <a:cubicBezTo>
                    <a:pt x="84368" y="57056"/>
                    <a:pt x="84516" y="58054"/>
                    <a:pt x="84848" y="58794"/>
                  </a:cubicBezTo>
                  <a:cubicBezTo>
                    <a:pt x="85033" y="59163"/>
                    <a:pt x="85255" y="59459"/>
                    <a:pt x="85551" y="59644"/>
                  </a:cubicBezTo>
                  <a:cubicBezTo>
                    <a:pt x="85847" y="59829"/>
                    <a:pt x="86216" y="59940"/>
                    <a:pt x="86586" y="59940"/>
                  </a:cubicBezTo>
                  <a:cubicBezTo>
                    <a:pt x="87215" y="59940"/>
                    <a:pt x="87917" y="59718"/>
                    <a:pt x="88767" y="59311"/>
                  </a:cubicBezTo>
                  <a:cubicBezTo>
                    <a:pt x="92261" y="57533"/>
                    <a:pt x="96924" y="54816"/>
                    <a:pt x="98417" y="53938"/>
                  </a:cubicBezTo>
                  <a:lnTo>
                    <a:pt x="98417" y="53938"/>
                  </a:lnTo>
                  <a:lnTo>
                    <a:pt x="98417" y="59631"/>
                  </a:lnTo>
                  <a:lnTo>
                    <a:pt x="98417" y="59631"/>
                  </a:lnTo>
                  <a:cubicBezTo>
                    <a:pt x="98320" y="59757"/>
                    <a:pt x="98132" y="60003"/>
                    <a:pt x="97862" y="60346"/>
                  </a:cubicBezTo>
                  <a:cubicBezTo>
                    <a:pt x="96383" y="62195"/>
                    <a:pt x="92686" y="66853"/>
                    <a:pt x="88878" y="71364"/>
                  </a:cubicBezTo>
                  <a:cubicBezTo>
                    <a:pt x="86993" y="73619"/>
                    <a:pt x="85070" y="75874"/>
                    <a:pt x="83370" y="77686"/>
                  </a:cubicBezTo>
                  <a:cubicBezTo>
                    <a:pt x="81706" y="79497"/>
                    <a:pt x="80227" y="80902"/>
                    <a:pt x="79340" y="81531"/>
                  </a:cubicBezTo>
                  <a:cubicBezTo>
                    <a:pt x="78379" y="82159"/>
                    <a:pt x="77639" y="82640"/>
                    <a:pt x="77085" y="82935"/>
                  </a:cubicBezTo>
                  <a:cubicBezTo>
                    <a:pt x="76493" y="83268"/>
                    <a:pt x="76123" y="83379"/>
                    <a:pt x="75865" y="83379"/>
                  </a:cubicBezTo>
                  <a:cubicBezTo>
                    <a:pt x="75717" y="83379"/>
                    <a:pt x="75643" y="83342"/>
                    <a:pt x="75532" y="83268"/>
                  </a:cubicBezTo>
                  <a:cubicBezTo>
                    <a:pt x="75384" y="83157"/>
                    <a:pt x="75199" y="82862"/>
                    <a:pt x="75051" y="82418"/>
                  </a:cubicBezTo>
                  <a:cubicBezTo>
                    <a:pt x="74866" y="81974"/>
                    <a:pt x="74682" y="81420"/>
                    <a:pt x="74460" y="80680"/>
                  </a:cubicBezTo>
                  <a:cubicBezTo>
                    <a:pt x="74201" y="79904"/>
                    <a:pt x="73979" y="78536"/>
                    <a:pt x="73831" y="76983"/>
                  </a:cubicBezTo>
                  <a:cubicBezTo>
                    <a:pt x="73572" y="74654"/>
                    <a:pt x="73461" y="71844"/>
                    <a:pt x="73388" y="69626"/>
                  </a:cubicBezTo>
                  <a:cubicBezTo>
                    <a:pt x="73388" y="68517"/>
                    <a:pt x="73351" y="67556"/>
                    <a:pt x="73351" y="66853"/>
                  </a:cubicBezTo>
                  <a:cubicBezTo>
                    <a:pt x="73351" y="66151"/>
                    <a:pt x="73351" y="65744"/>
                    <a:pt x="73351" y="65744"/>
                  </a:cubicBezTo>
                  <a:cubicBezTo>
                    <a:pt x="73351" y="65596"/>
                    <a:pt x="73240" y="65485"/>
                    <a:pt x="73092" y="65448"/>
                  </a:cubicBezTo>
                  <a:cubicBezTo>
                    <a:pt x="72944" y="65448"/>
                    <a:pt x="72796" y="65522"/>
                    <a:pt x="72759" y="65670"/>
                  </a:cubicBezTo>
                  <a:cubicBezTo>
                    <a:pt x="72750" y="65695"/>
                    <a:pt x="72741" y="65719"/>
                    <a:pt x="72732" y="65744"/>
                  </a:cubicBezTo>
                  <a:lnTo>
                    <a:pt x="72722" y="65744"/>
                  </a:lnTo>
                  <a:cubicBezTo>
                    <a:pt x="72722" y="65746"/>
                    <a:pt x="72722" y="65755"/>
                    <a:pt x="72722" y="65771"/>
                  </a:cubicBezTo>
                  <a:lnTo>
                    <a:pt x="72722" y="65771"/>
                  </a:lnTo>
                  <a:cubicBezTo>
                    <a:pt x="69315" y="75070"/>
                    <a:pt x="68507" y="81545"/>
                    <a:pt x="68507" y="85671"/>
                  </a:cubicBezTo>
                  <a:cubicBezTo>
                    <a:pt x="68507" y="87058"/>
                    <a:pt x="68592" y="88163"/>
                    <a:pt x="68711" y="89036"/>
                  </a:cubicBezTo>
                  <a:lnTo>
                    <a:pt x="49802" y="89036"/>
                  </a:lnTo>
                  <a:cubicBezTo>
                    <a:pt x="49780" y="88832"/>
                    <a:pt x="49763" y="88618"/>
                    <a:pt x="49763" y="88370"/>
                  </a:cubicBezTo>
                  <a:lnTo>
                    <a:pt x="49431" y="88370"/>
                  </a:lnTo>
                  <a:lnTo>
                    <a:pt x="49763" y="88333"/>
                  </a:lnTo>
                  <a:cubicBezTo>
                    <a:pt x="49726" y="88000"/>
                    <a:pt x="49689" y="87483"/>
                    <a:pt x="49689" y="86817"/>
                  </a:cubicBezTo>
                  <a:cubicBezTo>
                    <a:pt x="49689" y="83786"/>
                    <a:pt x="50244" y="77649"/>
                    <a:pt x="53793" y="68554"/>
                  </a:cubicBezTo>
                  <a:cubicBezTo>
                    <a:pt x="58156" y="57389"/>
                    <a:pt x="61557" y="40826"/>
                    <a:pt x="62407" y="27147"/>
                  </a:cubicBezTo>
                  <a:cubicBezTo>
                    <a:pt x="62814" y="20344"/>
                    <a:pt x="63184" y="14725"/>
                    <a:pt x="63479" y="10806"/>
                  </a:cubicBezTo>
                  <a:cubicBezTo>
                    <a:pt x="63627" y="8846"/>
                    <a:pt x="63738" y="7330"/>
                    <a:pt x="63812" y="6295"/>
                  </a:cubicBezTo>
                  <a:cubicBezTo>
                    <a:pt x="63886" y="5260"/>
                    <a:pt x="63923" y="4705"/>
                    <a:pt x="63923" y="4705"/>
                  </a:cubicBezTo>
                  <a:lnTo>
                    <a:pt x="63923" y="4668"/>
                  </a:lnTo>
                  <a:cubicBezTo>
                    <a:pt x="63923" y="4188"/>
                    <a:pt x="63960" y="3781"/>
                    <a:pt x="64071" y="3411"/>
                  </a:cubicBezTo>
                  <a:cubicBezTo>
                    <a:pt x="64219" y="2857"/>
                    <a:pt x="64515" y="2450"/>
                    <a:pt x="65069" y="2154"/>
                  </a:cubicBezTo>
                  <a:cubicBezTo>
                    <a:pt x="65661" y="1859"/>
                    <a:pt x="66548" y="1637"/>
                    <a:pt x="67916" y="1637"/>
                  </a:cubicBezTo>
                  <a:close/>
                  <a:moveTo>
                    <a:pt x="46167" y="0"/>
                  </a:moveTo>
                  <a:cubicBezTo>
                    <a:pt x="46146" y="0"/>
                    <a:pt x="46124" y="3"/>
                    <a:pt x="46103" y="10"/>
                  </a:cubicBezTo>
                  <a:cubicBezTo>
                    <a:pt x="46090" y="10"/>
                    <a:pt x="46078" y="11"/>
                    <a:pt x="46066" y="12"/>
                  </a:cubicBezTo>
                  <a:lnTo>
                    <a:pt x="46066" y="12"/>
                  </a:lnTo>
                  <a:lnTo>
                    <a:pt x="46066" y="10"/>
                  </a:lnTo>
                  <a:cubicBezTo>
                    <a:pt x="46066" y="10"/>
                    <a:pt x="39338" y="121"/>
                    <a:pt x="32350" y="232"/>
                  </a:cubicBezTo>
                  <a:cubicBezTo>
                    <a:pt x="28838" y="306"/>
                    <a:pt x="25289" y="380"/>
                    <a:pt x="22479" y="417"/>
                  </a:cubicBezTo>
                  <a:cubicBezTo>
                    <a:pt x="19669" y="491"/>
                    <a:pt x="17636" y="528"/>
                    <a:pt x="17118" y="565"/>
                  </a:cubicBezTo>
                  <a:cubicBezTo>
                    <a:pt x="16896" y="602"/>
                    <a:pt x="16675" y="713"/>
                    <a:pt x="16564" y="897"/>
                  </a:cubicBezTo>
                  <a:cubicBezTo>
                    <a:pt x="16305" y="1193"/>
                    <a:pt x="16157" y="1637"/>
                    <a:pt x="16009" y="2228"/>
                  </a:cubicBezTo>
                  <a:cubicBezTo>
                    <a:pt x="15639" y="3966"/>
                    <a:pt x="15529" y="7182"/>
                    <a:pt x="15529" y="11545"/>
                  </a:cubicBezTo>
                  <a:cubicBezTo>
                    <a:pt x="15529" y="17202"/>
                    <a:pt x="15713" y="24854"/>
                    <a:pt x="15713" y="33727"/>
                  </a:cubicBezTo>
                  <a:cubicBezTo>
                    <a:pt x="15713" y="42490"/>
                    <a:pt x="12349" y="55097"/>
                    <a:pt x="8689" y="66114"/>
                  </a:cubicBezTo>
                  <a:cubicBezTo>
                    <a:pt x="5029" y="77168"/>
                    <a:pt x="1110" y="86633"/>
                    <a:pt x="38" y="89220"/>
                  </a:cubicBezTo>
                  <a:cubicBezTo>
                    <a:pt x="1" y="89331"/>
                    <a:pt x="1" y="89442"/>
                    <a:pt x="38" y="89516"/>
                  </a:cubicBezTo>
                  <a:cubicBezTo>
                    <a:pt x="112" y="89590"/>
                    <a:pt x="223" y="89664"/>
                    <a:pt x="297" y="89664"/>
                  </a:cubicBezTo>
                  <a:lnTo>
                    <a:pt x="25880" y="89664"/>
                  </a:lnTo>
                  <a:cubicBezTo>
                    <a:pt x="26028" y="89664"/>
                    <a:pt x="26139" y="89553"/>
                    <a:pt x="26176" y="89405"/>
                  </a:cubicBezTo>
                  <a:cubicBezTo>
                    <a:pt x="26989" y="85856"/>
                    <a:pt x="30871" y="69626"/>
                    <a:pt x="33718" y="60790"/>
                  </a:cubicBezTo>
                  <a:cubicBezTo>
                    <a:pt x="36972" y="50845"/>
                    <a:pt x="41186" y="38460"/>
                    <a:pt x="42036" y="30955"/>
                  </a:cubicBezTo>
                  <a:cubicBezTo>
                    <a:pt x="42443" y="27258"/>
                    <a:pt x="43515" y="20455"/>
                    <a:pt x="44514" y="14577"/>
                  </a:cubicBezTo>
                  <a:cubicBezTo>
                    <a:pt x="44994" y="11619"/>
                    <a:pt x="45475" y="8920"/>
                    <a:pt x="45807" y="6961"/>
                  </a:cubicBezTo>
                  <a:cubicBezTo>
                    <a:pt x="45992" y="5962"/>
                    <a:pt x="46140" y="5149"/>
                    <a:pt x="46214" y="4595"/>
                  </a:cubicBezTo>
                  <a:cubicBezTo>
                    <a:pt x="46325" y="4040"/>
                    <a:pt x="46362" y="3744"/>
                    <a:pt x="46362" y="3744"/>
                  </a:cubicBezTo>
                  <a:cubicBezTo>
                    <a:pt x="46584" y="2450"/>
                    <a:pt x="46621" y="1637"/>
                    <a:pt x="46621" y="1119"/>
                  </a:cubicBezTo>
                  <a:cubicBezTo>
                    <a:pt x="46621" y="750"/>
                    <a:pt x="46584" y="528"/>
                    <a:pt x="46547" y="343"/>
                  </a:cubicBezTo>
                  <a:cubicBezTo>
                    <a:pt x="46510" y="232"/>
                    <a:pt x="46473" y="158"/>
                    <a:pt x="46399" y="84"/>
                  </a:cubicBezTo>
                  <a:cubicBezTo>
                    <a:pt x="46339" y="54"/>
                    <a:pt x="46255" y="0"/>
                    <a:pt x="46167" y="0"/>
                  </a:cubicBezTo>
                  <a:close/>
                  <a:moveTo>
                    <a:pt x="67916" y="1045"/>
                  </a:moveTo>
                  <a:cubicBezTo>
                    <a:pt x="66030" y="1045"/>
                    <a:pt x="64884" y="1378"/>
                    <a:pt x="64182" y="2044"/>
                  </a:cubicBezTo>
                  <a:cubicBezTo>
                    <a:pt x="63812" y="2376"/>
                    <a:pt x="63590" y="2783"/>
                    <a:pt x="63479" y="3227"/>
                  </a:cubicBezTo>
                  <a:cubicBezTo>
                    <a:pt x="63371" y="3660"/>
                    <a:pt x="63333" y="4128"/>
                    <a:pt x="63332" y="4632"/>
                  </a:cubicBezTo>
                  <a:lnTo>
                    <a:pt x="63332" y="4632"/>
                  </a:lnTo>
                  <a:lnTo>
                    <a:pt x="63332" y="4631"/>
                  </a:lnTo>
                  <a:cubicBezTo>
                    <a:pt x="63332" y="4631"/>
                    <a:pt x="62629" y="13504"/>
                    <a:pt x="61779" y="27110"/>
                  </a:cubicBezTo>
                  <a:cubicBezTo>
                    <a:pt x="60928" y="40715"/>
                    <a:pt x="57564" y="57278"/>
                    <a:pt x="53239" y="68332"/>
                  </a:cubicBezTo>
                  <a:cubicBezTo>
                    <a:pt x="49615" y="77464"/>
                    <a:pt x="49098" y="83712"/>
                    <a:pt x="49098" y="86817"/>
                  </a:cubicBezTo>
                  <a:cubicBezTo>
                    <a:pt x="49098" y="87483"/>
                    <a:pt x="49098" y="88000"/>
                    <a:pt x="49135" y="88407"/>
                  </a:cubicBezTo>
                  <a:cubicBezTo>
                    <a:pt x="49172" y="88777"/>
                    <a:pt x="49172" y="89073"/>
                    <a:pt x="49209" y="89368"/>
                  </a:cubicBezTo>
                  <a:cubicBezTo>
                    <a:pt x="49209" y="89516"/>
                    <a:pt x="49357" y="89664"/>
                    <a:pt x="49505" y="89664"/>
                  </a:cubicBezTo>
                  <a:lnTo>
                    <a:pt x="69062" y="89664"/>
                  </a:lnTo>
                  <a:cubicBezTo>
                    <a:pt x="69173" y="89664"/>
                    <a:pt x="69247" y="89627"/>
                    <a:pt x="69321" y="89553"/>
                  </a:cubicBezTo>
                  <a:cubicBezTo>
                    <a:pt x="69358" y="89479"/>
                    <a:pt x="69395" y="89405"/>
                    <a:pt x="69395" y="89294"/>
                  </a:cubicBezTo>
                  <a:cubicBezTo>
                    <a:pt x="69247" y="88444"/>
                    <a:pt x="69099" y="87224"/>
                    <a:pt x="69099" y="85671"/>
                  </a:cubicBezTo>
                  <a:cubicBezTo>
                    <a:pt x="69099" y="81879"/>
                    <a:pt x="69819" y="75960"/>
                    <a:pt x="72738" y="67481"/>
                  </a:cubicBezTo>
                  <a:lnTo>
                    <a:pt x="72738" y="67481"/>
                  </a:lnTo>
                  <a:cubicBezTo>
                    <a:pt x="72756" y="68639"/>
                    <a:pt x="72793" y="70268"/>
                    <a:pt x="72870" y="72029"/>
                  </a:cubicBezTo>
                  <a:cubicBezTo>
                    <a:pt x="72944" y="73693"/>
                    <a:pt x="73055" y="75467"/>
                    <a:pt x="73203" y="77057"/>
                  </a:cubicBezTo>
                  <a:cubicBezTo>
                    <a:pt x="73351" y="78610"/>
                    <a:pt x="73572" y="79978"/>
                    <a:pt x="73868" y="80902"/>
                  </a:cubicBezTo>
                  <a:cubicBezTo>
                    <a:pt x="74201" y="81826"/>
                    <a:pt x="74386" y="82566"/>
                    <a:pt x="74645" y="83083"/>
                  </a:cubicBezTo>
                  <a:cubicBezTo>
                    <a:pt x="74792" y="83342"/>
                    <a:pt x="74940" y="83564"/>
                    <a:pt x="75125" y="83749"/>
                  </a:cubicBezTo>
                  <a:cubicBezTo>
                    <a:pt x="75347" y="83897"/>
                    <a:pt x="75606" y="84008"/>
                    <a:pt x="75865" y="84008"/>
                  </a:cubicBezTo>
                  <a:cubicBezTo>
                    <a:pt x="76308" y="83971"/>
                    <a:pt x="76752" y="83823"/>
                    <a:pt x="77380" y="83490"/>
                  </a:cubicBezTo>
                  <a:cubicBezTo>
                    <a:pt x="77972" y="83157"/>
                    <a:pt x="78711" y="82677"/>
                    <a:pt x="79673" y="82011"/>
                  </a:cubicBezTo>
                  <a:cubicBezTo>
                    <a:pt x="80819" y="81235"/>
                    <a:pt x="82556" y="79497"/>
                    <a:pt x="84553" y="77279"/>
                  </a:cubicBezTo>
                  <a:cubicBezTo>
                    <a:pt x="90616" y="70661"/>
                    <a:pt x="98971" y="59903"/>
                    <a:pt x="98971" y="59903"/>
                  </a:cubicBezTo>
                  <a:cubicBezTo>
                    <a:pt x="99008" y="59866"/>
                    <a:pt x="99045" y="59792"/>
                    <a:pt x="99045" y="59718"/>
                  </a:cubicBezTo>
                  <a:lnTo>
                    <a:pt x="99045" y="53396"/>
                  </a:lnTo>
                  <a:cubicBezTo>
                    <a:pt x="99045" y="53285"/>
                    <a:pt x="98971" y="53174"/>
                    <a:pt x="98897" y="53137"/>
                  </a:cubicBezTo>
                  <a:cubicBezTo>
                    <a:pt x="98842" y="53100"/>
                    <a:pt x="98786" y="53082"/>
                    <a:pt x="98731" y="53082"/>
                  </a:cubicBezTo>
                  <a:cubicBezTo>
                    <a:pt x="98675" y="53082"/>
                    <a:pt x="98620" y="53100"/>
                    <a:pt x="98565" y="53137"/>
                  </a:cubicBezTo>
                  <a:cubicBezTo>
                    <a:pt x="98565" y="53137"/>
                    <a:pt x="98232" y="53359"/>
                    <a:pt x="97603" y="53729"/>
                  </a:cubicBezTo>
                  <a:cubicBezTo>
                    <a:pt x="95755" y="54801"/>
                    <a:pt x="91651" y="57167"/>
                    <a:pt x="88472" y="58757"/>
                  </a:cubicBezTo>
                  <a:cubicBezTo>
                    <a:pt x="87695" y="59126"/>
                    <a:pt x="87067" y="59311"/>
                    <a:pt x="86586" y="59311"/>
                  </a:cubicBezTo>
                  <a:cubicBezTo>
                    <a:pt x="86290" y="59311"/>
                    <a:pt x="86068" y="59237"/>
                    <a:pt x="85884" y="59126"/>
                  </a:cubicBezTo>
                  <a:cubicBezTo>
                    <a:pt x="85625" y="58941"/>
                    <a:pt x="85403" y="58609"/>
                    <a:pt x="85218" y="58017"/>
                  </a:cubicBezTo>
                  <a:cubicBezTo>
                    <a:pt x="85070" y="57463"/>
                    <a:pt x="84996" y="56723"/>
                    <a:pt x="84996" y="55762"/>
                  </a:cubicBezTo>
                  <a:cubicBezTo>
                    <a:pt x="84996" y="54172"/>
                    <a:pt x="85218" y="52102"/>
                    <a:pt x="85551" y="49514"/>
                  </a:cubicBezTo>
                  <a:cubicBezTo>
                    <a:pt x="86105" y="45410"/>
                    <a:pt x="88804" y="35465"/>
                    <a:pt x="91392" y="26296"/>
                  </a:cubicBezTo>
                  <a:cubicBezTo>
                    <a:pt x="92686" y="21712"/>
                    <a:pt x="93943" y="17312"/>
                    <a:pt x="94904" y="13911"/>
                  </a:cubicBezTo>
                  <a:cubicBezTo>
                    <a:pt x="95385" y="12210"/>
                    <a:pt x="95755" y="10769"/>
                    <a:pt x="96051" y="9660"/>
                  </a:cubicBezTo>
                  <a:cubicBezTo>
                    <a:pt x="96198" y="9105"/>
                    <a:pt x="96309" y="8661"/>
                    <a:pt x="96383" y="8292"/>
                  </a:cubicBezTo>
                  <a:cubicBezTo>
                    <a:pt x="96457" y="7922"/>
                    <a:pt x="96494" y="7663"/>
                    <a:pt x="96531" y="7478"/>
                  </a:cubicBezTo>
                  <a:lnTo>
                    <a:pt x="96531" y="7441"/>
                  </a:lnTo>
                  <a:cubicBezTo>
                    <a:pt x="96531" y="7219"/>
                    <a:pt x="96420" y="6998"/>
                    <a:pt x="96235" y="6813"/>
                  </a:cubicBezTo>
                  <a:cubicBezTo>
                    <a:pt x="95977" y="6480"/>
                    <a:pt x="95496" y="6221"/>
                    <a:pt x="94867" y="5962"/>
                  </a:cubicBezTo>
                  <a:cubicBezTo>
                    <a:pt x="92686" y="5001"/>
                    <a:pt x="88545" y="4114"/>
                    <a:pt x="84146" y="3338"/>
                  </a:cubicBezTo>
                  <a:cubicBezTo>
                    <a:pt x="79746" y="2561"/>
                    <a:pt x="75125" y="1859"/>
                    <a:pt x="72094" y="1415"/>
                  </a:cubicBezTo>
                  <a:cubicBezTo>
                    <a:pt x="70393" y="1156"/>
                    <a:pt x="69025" y="1045"/>
                    <a:pt x="67916" y="10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7" name="Google Shape;1717;p36"/>
            <p:cNvSpPr/>
            <p:nvPr/>
          </p:nvSpPr>
          <p:spPr>
            <a:xfrm>
              <a:off x="4643200" y="2691125"/>
              <a:ext cx="389150" cy="1764450"/>
            </a:xfrm>
            <a:custGeom>
              <a:rect b="b" l="l" r="r" t="t"/>
              <a:pathLst>
                <a:path extrusionOk="0" h="70578" w="15566">
                  <a:moveTo>
                    <a:pt x="15189" y="0"/>
                  </a:moveTo>
                  <a:cubicBezTo>
                    <a:pt x="15084" y="0"/>
                    <a:pt x="14986" y="50"/>
                    <a:pt x="14937" y="148"/>
                  </a:cubicBezTo>
                  <a:lnTo>
                    <a:pt x="3845" y="20112"/>
                  </a:lnTo>
                  <a:cubicBezTo>
                    <a:pt x="3771" y="20223"/>
                    <a:pt x="3771" y="20334"/>
                    <a:pt x="3845" y="20445"/>
                  </a:cubicBezTo>
                  <a:lnTo>
                    <a:pt x="8171" y="26360"/>
                  </a:lnTo>
                  <a:lnTo>
                    <a:pt x="3217" y="29836"/>
                  </a:lnTo>
                  <a:cubicBezTo>
                    <a:pt x="3143" y="29873"/>
                    <a:pt x="3106" y="29984"/>
                    <a:pt x="3106" y="30057"/>
                  </a:cubicBezTo>
                  <a:lnTo>
                    <a:pt x="0" y="70245"/>
                  </a:lnTo>
                  <a:cubicBezTo>
                    <a:pt x="0" y="70393"/>
                    <a:pt x="111" y="70540"/>
                    <a:pt x="296" y="70577"/>
                  </a:cubicBezTo>
                  <a:cubicBezTo>
                    <a:pt x="444" y="70577"/>
                    <a:pt x="592" y="70429"/>
                    <a:pt x="629" y="70282"/>
                  </a:cubicBezTo>
                  <a:lnTo>
                    <a:pt x="3698" y="30242"/>
                  </a:lnTo>
                  <a:lnTo>
                    <a:pt x="8763" y="26693"/>
                  </a:lnTo>
                  <a:cubicBezTo>
                    <a:pt x="8836" y="26656"/>
                    <a:pt x="8910" y="26582"/>
                    <a:pt x="8910" y="26471"/>
                  </a:cubicBezTo>
                  <a:cubicBezTo>
                    <a:pt x="8910" y="26397"/>
                    <a:pt x="8910" y="26323"/>
                    <a:pt x="8836" y="26249"/>
                  </a:cubicBezTo>
                  <a:lnTo>
                    <a:pt x="4474" y="20223"/>
                  </a:lnTo>
                  <a:lnTo>
                    <a:pt x="15454" y="444"/>
                  </a:lnTo>
                  <a:cubicBezTo>
                    <a:pt x="15565" y="296"/>
                    <a:pt x="15491" y="111"/>
                    <a:pt x="15343" y="37"/>
                  </a:cubicBezTo>
                  <a:cubicBezTo>
                    <a:pt x="15294" y="13"/>
                    <a:pt x="15241" y="0"/>
                    <a:pt x="15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8" name="Google Shape;1718;p36"/>
            <p:cNvSpPr/>
            <p:nvPr/>
          </p:nvSpPr>
          <p:spPr>
            <a:xfrm>
              <a:off x="5353025" y="2758425"/>
              <a:ext cx="360500" cy="1559225"/>
            </a:xfrm>
            <a:custGeom>
              <a:rect b="b" l="l" r="r" t="t"/>
              <a:pathLst>
                <a:path extrusionOk="0" h="62369" w="14420">
                  <a:moveTo>
                    <a:pt x="9892" y="0"/>
                  </a:moveTo>
                  <a:cubicBezTo>
                    <a:pt x="9873" y="0"/>
                    <a:pt x="9854" y="2"/>
                    <a:pt x="9835" y="7"/>
                  </a:cubicBezTo>
                  <a:cubicBezTo>
                    <a:pt x="9650" y="7"/>
                    <a:pt x="9539" y="192"/>
                    <a:pt x="9576" y="340"/>
                  </a:cubicBezTo>
                  <a:lnTo>
                    <a:pt x="12941" y="20637"/>
                  </a:lnTo>
                  <a:lnTo>
                    <a:pt x="8393" y="24112"/>
                  </a:lnTo>
                  <a:cubicBezTo>
                    <a:pt x="8356" y="24186"/>
                    <a:pt x="8282" y="24260"/>
                    <a:pt x="8282" y="24334"/>
                  </a:cubicBezTo>
                  <a:cubicBezTo>
                    <a:pt x="8282" y="24445"/>
                    <a:pt x="8319" y="24519"/>
                    <a:pt x="8393" y="24593"/>
                  </a:cubicBezTo>
                  <a:lnTo>
                    <a:pt x="13717" y="29399"/>
                  </a:lnTo>
                  <a:lnTo>
                    <a:pt x="75" y="61933"/>
                  </a:lnTo>
                  <a:cubicBezTo>
                    <a:pt x="1" y="62081"/>
                    <a:pt x="75" y="62266"/>
                    <a:pt x="223" y="62340"/>
                  </a:cubicBezTo>
                  <a:cubicBezTo>
                    <a:pt x="262" y="62360"/>
                    <a:pt x="305" y="62369"/>
                    <a:pt x="347" y="62369"/>
                  </a:cubicBezTo>
                  <a:cubicBezTo>
                    <a:pt x="462" y="62369"/>
                    <a:pt x="575" y="62300"/>
                    <a:pt x="629" y="62192"/>
                  </a:cubicBezTo>
                  <a:lnTo>
                    <a:pt x="14382" y="29436"/>
                  </a:lnTo>
                  <a:cubicBezTo>
                    <a:pt x="14419" y="29325"/>
                    <a:pt x="14419" y="29177"/>
                    <a:pt x="14309" y="29103"/>
                  </a:cubicBezTo>
                  <a:lnTo>
                    <a:pt x="9096" y="24371"/>
                  </a:lnTo>
                  <a:lnTo>
                    <a:pt x="13458" y="21043"/>
                  </a:lnTo>
                  <a:cubicBezTo>
                    <a:pt x="13569" y="20970"/>
                    <a:pt x="13606" y="20859"/>
                    <a:pt x="13569" y="20748"/>
                  </a:cubicBezTo>
                  <a:lnTo>
                    <a:pt x="10168" y="266"/>
                  </a:lnTo>
                  <a:cubicBezTo>
                    <a:pt x="10136" y="105"/>
                    <a:pt x="10019" y="0"/>
                    <a:pt x="9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p36"/>
            <p:cNvSpPr/>
            <p:nvPr/>
          </p:nvSpPr>
          <p:spPr>
            <a:xfrm>
              <a:off x="4686650" y="3654175"/>
              <a:ext cx="1109125" cy="736700"/>
            </a:xfrm>
            <a:custGeom>
              <a:rect b="b" l="l" r="r" t="t"/>
              <a:pathLst>
                <a:path extrusionOk="0" h="29468" w="44365">
                  <a:moveTo>
                    <a:pt x="25076" y="0"/>
                  </a:moveTo>
                  <a:cubicBezTo>
                    <a:pt x="23741" y="0"/>
                    <a:pt x="16385" y="10267"/>
                    <a:pt x="12200" y="13755"/>
                  </a:cubicBezTo>
                  <a:cubicBezTo>
                    <a:pt x="7986" y="17267"/>
                    <a:pt x="813" y="20225"/>
                    <a:pt x="813" y="20225"/>
                  </a:cubicBezTo>
                  <a:lnTo>
                    <a:pt x="0" y="29467"/>
                  </a:lnTo>
                  <a:lnTo>
                    <a:pt x="12053" y="19227"/>
                  </a:lnTo>
                  <a:lnTo>
                    <a:pt x="13605" y="19227"/>
                  </a:lnTo>
                  <a:cubicBezTo>
                    <a:pt x="15158" y="19227"/>
                    <a:pt x="18115" y="17120"/>
                    <a:pt x="18116" y="17119"/>
                  </a:cubicBezTo>
                  <a:lnTo>
                    <a:pt x="18116" y="17119"/>
                  </a:lnTo>
                  <a:cubicBezTo>
                    <a:pt x="18115" y="17119"/>
                    <a:pt x="17265" y="17970"/>
                    <a:pt x="16822" y="18376"/>
                  </a:cubicBezTo>
                  <a:cubicBezTo>
                    <a:pt x="16415" y="18820"/>
                    <a:pt x="16267" y="20225"/>
                    <a:pt x="16970" y="20336"/>
                  </a:cubicBezTo>
                  <a:cubicBezTo>
                    <a:pt x="17012" y="20345"/>
                    <a:pt x="17060" y="20349"/>
                    <a:pt x="17114" y="20349"/>
                  </a:cubicBezTo>
                  <a:cubicBezTo>
                    <a:pt x="17949" y="20349"/>
                    <a:pt x="20131" y="19298"/>
                    <a:pt x="23292" y="18117"/>
                  </a:cubicBezTo>
                  <a:cubicBezTo>
                    <a:pt x="26656" y="16860"/>
                    <a:pt x="31573" y="13459"/>
                    <a:pt x="32275" y="12757"/>
                  </a:cubicBezTo>
                  <a:cubicBezTo>
                    <a:pt x="32978" y="12054"/>
                    <a:pt x="28616" y="6435"/>
                    <a:pt x="28615" y="6435"/>
                  </a:cubicBezTo>
                  <a:lnTo>
                    <a:pt x="28615" y="6435"/>
                  </a:lnTo>
                  <a:cubicBezTo>
                    <a:pt x="28616" y="6435"/>
                    <a:pt x="36638" y="10649"/>
                    <a:pt x="39596" y="10649"/>
                  </a:cubicBezTo>
                  <a:cubicBezTo>
                    <a:pt x="42553" y="10649"/>
                    <a:pt x="44069" y="9836"/>
                    <a:pt x="44217" y="8986"/>
                  </a:cubicBezTo>
                  <a:cubicBezTo>
                    <a:pt x="44365" y="8135"/>
                    <a:pt x="41555" y="8135"/>
                    <a:pt x="37747" y="6878"/>
                  </a:cubicBezTo>
                  <a:cubicBezTo>
                    <a:pt x="33976" y="5621"/>
                    <a:pt x="26397" y="113"/>
                    <a:pt x="25103" y="2"/>
                  </a:cubicBezTo>
                  <a:cubicBezTo>
                    <a:pt x="25094" y="1"/>
                    <a:pt x="25085" y="0"/>
                    <a:pt x="25076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0" name="Google Shape;1720;p36"/>
            <p:cNvSpPr/>
            <p:nvPr/>
          </p:nvSpPr>
          <p:spPr>
            <a:xfrm>
              <a:off x="5364125" y="3758650"/>
              <a:ext cx="397450" cy="161775"/>
            </a:xfrm>
            <a:custGeom>
              <a:rect b="b" l="l" r="r" t="t"/>
              <a:pathLst>
                <a:path extrusionOk="0" h="6471" w="15898">
                  <a:moveTo>
                    <a:pt x="1" y="0"/>
                  </a:moveTo>
                  <a:lnTo>
                    <a:pt x="1516" y="2256"/>
                  </a:lnTo>
                  <a:cubicBezTo>
                    <a:pt x="1516" y="2256"/>
                    <a:pt x="9539" y="6470"/>
                    <a:pt x="12497" y="6470"/>
                  </a:cubicBezTo>
                  <a:cubicBezTo>
                    <a:pt x="13975" y="6470"/>
                    <a:pt x="15122" y="6285"/>
                    <a:pt x="15898" y="5953"/>
                  </a:cubicBezTo>
                  <a:lnTo>
                    <a:pt x="15750" y="5916"/>
                  </a:lnTo>
                  <a:cubicBezTo>
                    <a:pt x="9133" y="5472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1" name="Google Shape;1721;p36"/>
            <p:cNvSpPr/>
            <p:nvPr/>
          </p:nvSpPr>
          <p:spPr>
            <a:xfrm>
              <a:off x="4686650" y="3815025"/>
              <a:ext cx="824450" cy="575850"/>
            </a:xfrm>
            <a:custGeom>
              <a:rect b="b" l="l" r="r" t="t"/>
              <a:pathLst>
                <a:path extrusionOk="0" h="23034" w="32978">
                  <a:moveTo>
                    <a:pt x="28615" y="1"/>
                  </a:moveTo>
                  <a:lnTo>
                    <a:pt x="28615" y="1"/>
                  </a:lnTo>
                  <a:cubicBezTo>
                    <a:pt x="28615" y="1"/>
                    <a:pt x="29613" y="4363"/>
                    <a:pt x="28467" y="5287"/>
                  </a:cubicBezTo>
                  <a:cubicBezTo>
                    <a:pt x="28269" y="5446"/>
                    <a:pt x="28046" y="5512"/>
                    <a:pt x="27815" y="5512"/>
                  </a:cubicBezTo>
                  <a:cubicBezTo>
                    <a:pt x="26756" y="5512"/>
                    <a:pt x="25510" y="4142"/>
                    <a:pt x="25510" y="4141"/>
                  </a:cubicBezTo>
                  <a:lnTo>
                    <a:pt x="25510" y="4141"/>
                  </a:lnTo>
                  <a:cubicBezTo>
                    <a:pt x="25510" y="4142"/>
                    <a:pt x="25990" y="8689"/>
                    <a:pt x="24623" y="8911"/>
                  </a:cubicBezTo>
                  <a:cubicBezTo>
                    <a:pt x="24504" y="8933"/>
                    <a:pt x="24382" y="8943"/>
                    <a:pt x="24259" y="8943"/>
                  </a:cubicBezTo>
                  <a:cubicBezTo>
                    <a:pt x="22949" y="8943"/>
                    <a:pt x="21406" y="7801"/>
                    <a:pt x="21406" y="7801"/>
                  </a:cubicBezTo>
                  <a:cubicBezTo>
                    <a:pt x="21406" y="7801"/>
                    <a:pt x="21406" y="10759"/>
                    <a:pt x="20038" y="10759"/>
                  </a:cubicBezTo>
                  <a:cubicBezTo>
                    <a:pt x="18670" y="10759"/>
                    <a:pt x="16637" y="6397"/>
                    <a:pt x="16637" y="6397"/>
                  </a:cubicBezTo>
                  <a:lnTo>
                    <a:pt x="16637" y="6397"/>
                  </a:lnTo>
                  <a:cubicBezTo>
                    <a:pt x="16637" y="6397"/>
                    <a:pt x="17117" y="8578"/>
                    <a:pt x="15713" y="10057"/>
                  </a:cubicBezTo>
                  <a:cubicBezTo>
                    <a:pt x="14744" y="11077"/>
                    <a:pt x="13159" y="11235"/>
                    <a:pt x="12269" y="11235"/>
                  </a:cubicBezTo>
                  <a:cubicBezTo>
                    <a:pt x="11869" y="11235"/>
                    <a:pt x="11609" y="11203"/>
                    <a:pt x="11609" y="11203"/>
                  </a:cubicBezTo>
                  <a:lnTo>
                    <a:pt x="887" y="18967"/>
                  </a:lnTo>
                  <a:lnTo>
                    <a:pt x="296" y="19669"/>
                  </a:lnTo>
                  <a:lnTo>
                    <a:pt x="0" y="23033"/>
                  </a:lnTo>
                  <a:lnTo>
                    <a:pt x="0" y="23033"/>
                  </a:lnTo>
                  <a:lnTo>
                    <a:pt x="12053" y="12793"/>
                  </a:lnTo>
                  <a:lnTo>
                    <a:pt x="13605" y="12793"/>
                  </a:lnTo>
                  <a:cubicBezTo>
                    <a:pt x="15158" y="12793"/>
                    <a:pt x="18115" y="10686"/>
                    <a:pt x="18116" y="10685"/>
                  </a:cubicBezTo>
                  <a:lnTo>
                    <a:pt x="18116" y="10685"/>
                  </a:lnTo>
                  <a:cubicBezTo>
                    <a:pt x="18115" y="10685"/>
                    <a:pt x="17265" y="11536"/>
                    <a:pt x="16822" y="11942"/>
                  </a:cubicBezTo>
                  <a:cubicBezTo>
                    <a:pt x="16415" y="12386"/>
                    <a:pt x="16267" y="13791"/>
                    <a:pt x="16970" y="13902"/>
                  </a:cubicBezTo>
                  <a:cubicBezTo>
                    <a:pt x="17012" y="13911"/>
                    <a:pt x="17060" y="13915"/>
                    <a:pt x="17114" y="13915"/>
                  </a:cubicBezTo>
                  <a:cubicBezTo>
                    <a:pt x="17949" y="13915"/>
                    <a:pt x="20131" y="12864"/>
                    <a:pt x="23292" y="11683"/>
                  </a:cubicBezTo>
                  <a:cubicBezTo>
                    <a:pt x="26656" y="10426"/>
                    <a:pt x="31573" y="7025"/>
                    <a:pt x="32275" y="6323"/>
                  </a:cubicBezTo>
                  <a:cubicBezTo>
                    <a:pt x="32978" y="5620"/>
                    <a:pt x="28616" y="1"/>
                    <a:pt x="28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p36"/>
            <p:cNvSpPr/>
            <p:nvPr/>
          </p:nvSpPr>
          <p:spPr>
            <a:xfrm>
              <a:off x="5364125" y="3758650"/>
              <a:ext cx="329075" cy="154375"/>
            </a:xfrm>
            <a:custGeom>
              <a:rect b="b" l="l" r="r" t="t"/>
              <a:pathLst>
                <a:path extrusionOk="0" h="6175" w="13163">
                  <a:moveTo>
                    <a:pt x="1" y="0"/>
                  </a:moveTo>
                  <a:lnTo>
                    <a:pt x="1368" y="1997"/>
                  </a:lnTo>
                  <a:cubicBezTo>
                    <a:pt x="1405" y="1997"/>
                    <a:pt x="1479" y="1960"/>
                    <a:pt x="1516" y="1960"/>
                  </a:cubicBezTo>
                  <a:cubicBezTo>
                    <a:pt x="1590" y="1960"/>
                    <a:pt x="1627" y="1960"/>
                    <a:pt x="1664" y="1997"/>
                  </a:cubicBezTo>
                  <a:cubicBezTo>
                    <a:pt x="1664" y="1997"/>
                    <a:pt x="1960" y="2145"/>
                    <a:pt x="2441" y="2404"/>
                  </a:cubicBezTo>
                  <a:cubicBezTo>
                    <a:pt x="2921" y="2625"/>
                    <a:pt x="3587" y="2958"/>
                    <a:pt x="4363" y="3328"/>
                  </a:cubicBezTo>
                  <a:cubicBezTo>
                    <a:pt x="5916" y="4067"/>
                    <a:pt x="7912" y="4955"/>
                    <a:pt x="9613" y="5546"/>
                  </a:cubicBezTo>
                  <a:cubicBezTo>
                    <a:pt x="10759" y="5916"/>
                    <a:pt x="11794" y="6175"/>
                    <a:pt x="12497" y="6175"/>
                  </a:cubicBezTo>
                  <a:lnTo>
                    <a:pt x="12866" y="6175"/>
                  </a:lnTo>
                  <a:lnTo>
                    <a:pt x="13162" y="5546"/>
                  </a:lnTo>
                  <a:cubicBezTo>
                    <a:pt x="6988" y="4178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p36"/>
            <p:cNvSpPr/>
            <p:nvPr/>
          </p:nvSpPr>
          <p:spPr>
            <a:xfrm>
              <a:off x="4747650" y="3832600"/>
              <a:ext cx="740350" cy="496350"/>
            </a:xfrm>
            <a:custGeom>
              <a:rect b="b" l="l" r="r" t="t"/>
              <a:pathLst>
                <a:path extrusionOk="0" h="19854" w="29614">
                  <a:moveTo>
                    <a:pt x="26323" y="0"/>
                  </a:moveTo>
                  <a:lnTo>
                    <a:pt x="26323" y="0"/>
                  </a:lnTo>
                  <a:cubicBezTo>
                    <a:pt x="26434" y="666"/>
                    <a:pt x="26582" y="1664"/>
                    <a:pt x="26582" y="2588"/>
                  </a:cubicBezTo>
                  <a:cubicBezTo>
                    <a:pt x="26582" y="3438"/>
                    <a:pt x="26471" y="4252"/>
                    <a:pt x="26027" y="4584"/>
                  </a:cubicBezTo>
                  <a:cubicBezTo>
                    <a:pt x="25843" y="4732"/>
                    <a:pt x="25621" y="4806"/>
                    <a:pt x="25362" y="4806"/>
                  </a:cubicBezTo>
                  <a:cubicBezTo>
                    <a:pt x="24290" y="4806"/>
                    <a:pt x="23070" y="3439"/>
                    <a:pt x="23070" y="3438"/>
                  </a:cubicBezTo>
                  <a:lnTo>
                    <a:pt x="23070" y="3438"/>
                  </a:lnTo>
                  <a:cubicBezTo>
                    <a:pt x="23070" y="3439"/>
                    <a:pt x="23144" y="4141"/>
                    <a:pt x="23144" y="5028"/>
                  </a:cubicBezTo>
                  <a:cubicBezTo>
                    <a:pt x="23144" y="6396"/>
                    <a:pt x="22996" y="8097"/>
                    <a:pt x="22183" y="8208"/>
                  </a:cubicBezTo>
                  <a:cubicBezTo>
                    <a:pt x="22072" y="8245"/>
                    <a:pt x="21961" y="8245"/>
                    <a:pt x="21850" y="8245"/>
                  </a:cubicBezTo>
                  <a:cubicBezTo>
                    <a:pt x="20519" y="8245"/>
                    <a:pt x="18966" y="7098"/>
                    <a:pt x="18966" y="7098"/>
                  </a:cubicBezTo>
                  <a:cubicBezTo>
                    <a:pt x="18966" y="7098"/>
                    <a:pt x="18966" y="10056"/>
                    <a:pt x="17598" y="10056"/>
                  </a:cubicBezTo>
                  <a:cubicBezTo>
                    <a:pt x="16230" y="10056"/>
                    <a:pt x="14197" y="5694"/>
                    <a:pt x="14197" y="5694"/>
                  </a:cubicBezTo>
                  <a:lnTo>
                    <a:pt x="14197" y="5694"/>
                  </a:lnTo>
                  <a:cubicBezTo>
                    <a:pt x="14197" y="5694"/>
                    <a:pt x="14271" y="6100"/>
                    <a:pt x="14271" y="6618"/>
                  </a:cubicBezTo>
                  <a:cubicBezTo>
                    <a:pt x="14271" y="7394"/>
                    <a:pt x="14086" y="8503"/>
                    <a:pt x="13273" y="9354"/>
                  </a:cubicBezTo>
                  <a:cubicBezTo>
                    <a:pt x="12311" y="10389"/>
                    <a:pt x="10722" y="10537"/>
                    <a:pt x="9834" y="10537"/>
                  </a:cubicBezTo>
                  <a:cubicBezTo>
                    <a:pt x="9428" y="10537"/>
                    <a:pt x="9169" y="10500"/>
                    <a:pt x="9169" y="10500"/>
                  </a:cubicBezTo>
                  <a:lnTo>
                    <a:pt x="370" y="16859"/>
                  </a:lnTo>
                  <a:lnTo>
                    <a:pt x="0" y="19853"/>
                  </a:lnTo>
                  <a:lnTo>
                    <a:pt x="9428" y="11868"/>
                  </a:lnTo>
                  <a:cubicBezTo>
                    <a:pt x="9465" y="11794"/>
                    <a:pt x="9539" y="11794"/>
                    <a:pt x="9613" y="11794"/>
                  </a:cubicBezTo>
                  <a:lnTo>
                    <a:pt x="11165" y="11794"/>
                  </a:lnTo>
                  <a:cubicBezTo>
                    <a:pt x="11461" y="11794"/>
                    <a:pt x="11831" y="11683"/>
                    <a:pt x="12237" y="11535"/>
                  </a:cubicBezTo>
                  <a:cubicBezTo>
                    <a:pt x="12644" y="11387"/>
                    <a:pt x="13088" y="11202"/>
                    <a:pt x="13494" y="10980"/>
                  </a:cubicBezTo>
                  <a:cubicBezTo>
                    <a:pt x="14308" y="10537"/>
                    <a:pt x="15084" y="10019"/>
                    <a:pt x="15343" y="9834"/>
                  </a:cubicBezTo>
                  <a:cubicBezTo>
                    <a:pt x="15454" y="9760"/>
                    <a:pt x="15491" y="9723"/>
                    <a:pt x="15491" y="9723"/>
                  </a:cubicBezTo>
                  <a:cubicBezTo>
                    <a:pt x="15528" y="9686"/>
                    <a:pt x="15602" y="9686"/>
                    <a:pt x="15676" y="9686"/>
                  </a:cubicBezTo>
                  <a:cubicBezTo>
                    <a:pt x="15750" y="9686"/>
                    <a:pt x="15824" y="9723"/>
                    <a:pt x="15898" y="9797"/>
                  </a:cubicBezTo>
                  <a:cubicBezTo>
                    <a:pt x="16008" y="9908"/>
                    <a:pt x="15971" y="10093"/>
                    <a:pt x="15861" y="10204"/>
                  </a:cubicBezTo>
                  <a:cubicBezTo>
                    <a:pt x="15861" y="10204"/>
                    <a:pt x="15047" y="11054"/>
                    <a:pt x="14604" y="11461"/>
                  </a:cubicBezTo>
                  <a:cubicBezTo>
                    <a:pt x="14567" y="11535"/>
                    <a:pt x="14493" y="11646"/>
                    <a:pt x="14419" y="11794"/>
                  </a:cubicBezTo>
                  <a:cubicBezTo>
                    <a:pt x="14382" y="11979"/>
                    <a:pt x="14345" y="12163"/>
                    <a:pt x="14345" y="12348"/>
                  </a:cubicBezTo>
                  <a:cubicBezTo>
                    <a:pt x="14345" y="12533"/>
                    <a:pt x="14382" y="12681"/>
                    <a:pt x="14419" y="12755"/>
                  </a:cubicBezTo>
                  <a:cubicBezTo>
                    <a:pt x="14493" y="12866"/>
                    <a:pt x="14530" y="12903"/>
                    <a:pt x="14604" y="12903"/>
                  </a:cubicBezTo>
                  <a:lnTo>
                    <a:pt x="14677" y="12903"/>
                  </a:lnTo>
                  <a:cubicBezTo>
                    <a:pt x="14825" y="12903"/>
                    <a:pt x="15084" y="12866"/>
                    <a:pt x="15454" y="12755"/>
                  </a:cubicBezTo>
                  <a:cubicBezTo>
                    <a:pt x="15787" y="12644"/>
                    <a:pt x="16230" y="12459"/>
                    <a:pt x="16785" y="12274"/>
                  </a:cubicBezTo>
                  <a:cubicBezTo>
                    <a:pt x="17820" y="11831"/>
                    <a:pt x="19151" y="11276"/>
                    <a:pt x="20741" y="10685"/>
                  </a:cubicBezTo>
                  <a:cubicBezTo>
                    <a:pt x="23218" y="9760"/>
                    <a:pt x="26619" y="7616"/>
                    <a:pt x="28431" y="6322"/>
                  </a:cubicBezTo>
                  <a:cubicBezTo>
                    <a:pt x="29022" y="5915"/>
                    <a:pt x="29466" y="5583"/>
                    <a:pt x="29614" y="5435"/>
                  </a:cubicBezTo>
                  <a:lnTo>
                    <a:pt x="29614" y="5398"/>
                  </a:lnTo>
                  <a:cubicBezTo>
                    <a:pt x="29614" y="5250"/>
                    <a:pt x="29503" y="4917"/>
                    <a:pt x="29318" y="4511"/>
                  </a:cubicBezTo>
                  <a:cubicBezTo>
                    <a:pt x="29096" y="4067"/>
                    <a:pt x="28800" y="3586"/>
                    <a:pt x="28468" y="3069"/>
                  </a:cubicBezTo>
                  <a:cubicBezTo>
                    <a:pt x="27839" y="2070"/>
                    <a:pt x="27063" y="961"/>
                    <a:pt x="26545" y="259"/>
                  </a:cubicBezTo>
                  <a:cubicBezTo>
                    <a:pt x="26471" y="185"/>
                    <a:pt x="26397" y="74"/>
                    <a:pt x="26323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4" name="Google Shape;1724;p36"/>
            <p:cNvSpPr/>
            <p:nvPr/>
          </p:nvSpPr>
          <p:spPr>
            <a:xfrm>
              <a:off x="5105325" y="4022100"/>
              <a:ext cx="42550" cy="68175"/>
            </a:xfrm>
            <a:custGeom>
              <a:rect b="b" l="l" r="r" t="t"/>
              <a:pathLst>
                <a:path extrusionOk="0" h="2727" w="1702">
                  <a:moveTo>
                    <a:pt x="395" y="0"/>
                  </a:moveTo>
                  <a:cubicBezTo>
                    <a:pt x="340" y="0"/>
                    <a:pt x="281" y="13"/>
                    <a:pt x="223" y="36"/>
                  </a:cubicBezTo>
                  <a:cubicBezTo>
                    <a:pt x="75" y="110"/>
                    <a:pt x="1" y="258"/>
                    <a:pt x="75" y="443"/>
                  </a:cubicBezTo>
                  <a:lnTo>
                    <a:pt x="1073" y="2550"/>
                  </a:lnTo>
                  <a:cubicBezTo>
                    <a:pt x="1127" y="2658"/>
                    <a:pt x="1241" y="2727"/>
                    <a:pt x="1356" y="2727"/>
                  </a:cubicBezTo>
                  <a:cubicBezTo>
                    <a:pt x="1398" y="2727"/>
                    <a:pt x="1440" y="2718"/>
                    <a:pt x="1480" y="2698"/>
                  </a:cubicBezTo>
                  <a:cubicBezTo>
                    <a:pt x="1627" y="2624"/>
                    <a:pt x="1701" y="2439"/>
                    <a:pt x="1627" y="2291"/>
                  </a:cubicBezTo>
                  <a:lnTo>
                    <a:pt x="666" y="184"/>
                  </a:lnTo>
                  <a:cubicBezTo>
                    <a:pt x="616" y="58"/>
                    <a:pt x="513" y="0"/>
                    <a:pt x="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5" name="Google Shape;1725;p36"/>
            <p:cNvSpPr/>
            <p:nvPr/>
          </p:nvSpPr>
          <p:spPr>
            <a:xfrm>
              <a:off x="5196825" y="3955100"/>
              <a:ext cx="80450" cy="159375"/>
            </a:xfrm>
            <a:custGeom>
              <a:rect b="b" l="l" r="r" t="t"/>
              <a:pathLst>
                <a:path extrusionOk="0" h="6375" w="3218">
                  <a:moveTo>
                    <a:pt x="377" y="1"/>
                  </a:moveTo>
                  <a:cubicBezTo>
                    <a:pt x="325" y="1"/>
                    <a:pt x="272" y="17"/>
                    <a:pt x="223" y="54"/>
                  </a:cubicBezTo>
                  <a:cubicBezTo>
                    <a:pt x="75" y="128"/>
                    <a:pt x="1" y="313"/>
                    <a:pt x="75" y="461"/>
                  </a:cubicBezTo>
                  <a:cubicBezTo>
                    <a:pt x="75" y="461"/>
                    <a:pt x="260" y="757"/>
                    <a:pt x="481" y="1200"/>
                  </a:cubicBezTo>
                  <a:cubicBezTo>
                    <a:pt x="851" y="1903"/>
                    <a:pt x="1369" y="2938"/>
                    <a:pt x="1812" y="3899"/>
                  </a:cubicBezTo>
                  <a:cubicBezTo>
                    <a:pt x="2034" y="4380"/>
                    <a:pt x="2256" y="4823"/>
                    <a:pt x="2367" y="5193"/>
                  </a:cubicBezTo>
                  <a:cubicBezTo>
                    <a:pt x="2441" y="5378"/>
                    <a:pt x="2515" y="5563"/>
                    <a:pt x="2552" y="5674"/>
                  </a:cubicBezTo>
                  <a:cubicBezTo>
                    <a:pt x="2589" y="5822"/>
                    <a:pt x="2589" y="5933"/>
                    <a:pt x="2589" y="5969"/>
                  </a:cubicBezTo>
                  <a:lnTo>
                    <a:pt x="2608" y="5974"/>
                  </a:lnTo>
                  <a:lnTo>
                    <a:pt x="2608" y="5974"/>
                  </a:lnTo>
                  <a:cubicBezTo>
                    <a:pt x="2560" y="6114"/>
                    <a:pt x="2602" y="6272"/>
                    <a:pt x="2737" y="6339"/>
                  </a:cubicBezTo>
                  <a:cubicBezTo>
                    <a:pt x="2795" y="6363"/>
                    <a:pt x="2854" y="6375"/>
                    <a:pt x="2909" y="6375"/>
                  </a:cubicBezTo>
                  <a:cubicBezTo>
                    <a:pt x="3027" y="6375"/>
                    <a:pt x="3130" y="6318"/>
                    <a:pt x="3180" y="6191"/>
                  </a:cubicBezTo>
                  <a:cubicBezTo>
                    <a:pt x="3217" y="6117"/>
                    <a:pt x="3217" y="6043"/>
                    <a:pt x="3217" y="5969"/>
                  </a:cubicBezTo>
                  <a:cubicBezTo>
                    <a:pt x="3217" y="5785"/>
                    <a:pt x="3180" y="5600"/>
                    <a:pt x="3106" y="5341"/>
                  </a:cubicBezTo>
                  <a:cubicBezTo>
                    <a:pt x="2848" y="4565"/>
                    <a:pt x="2219" y="3271"/>
                    <a:pt x="1665" y="2162"/>
                  </a:cubicBezTo>
                  <a:cubicBezTo>
                    <a:pt x="1110" y="1089"/>
                    <a:pt x="629" y="165"/>
                    <a:pt x="629" y="165"/>
                  </a:cubicBezTo>
                  <a:cubicBezTo>
                    <a:pt x="580" y="67"/>
                    <a:pt x="481" y="1"/>
                    <a:pt x="3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6" name="Google Shape;1726;p36"/>
            <p:cNvSpPr/>
            <p:nvPr/>
          </p:nvSpPr>
          <p:spPr>
            <a:xfrm>
              <a:off x="5292025" y="3860550"/>
              <a:ext cx="109100" cy="194575"/>
            </a:xfrm>
            <a:custGeom>
              <a:rect b="b" l="l" r="r" t="t"/>
              <a:pathLst>
                <a:path extrusionOk="0" h="7783" w="4364">
                  <a:moveTo>
                    <a:pt x="342" y="1"/>
                  </a:moveTo>
                  <a:cubicBezTo>
                    <a:pt x="285" y="1"/>
                    <a:pt x="229" y="21"/>
                    <a:pt x="186" y="65"/>
                  </a:cubicBezTo>
                  <a:cubicBezTo>
                    <a:pt x="38" y="139"/>
                    <a:pt x="1" y="324"/>
                    <a:pt x="75" y="472"/>
                  </a:cubicBezTo>
                  <a:cubicBezTo>
                    <a:pt x="112" y="472"/>
                    <a:pt x="334" y="805"/>
                    <a:pt x="666" y="1322"/>
                  </a:cubicBezTo>
                  <a:cubicBezTo>
                    <a:pt x="1184" y="2099"/>
                    <a:pt x="1960" y="3319"/>
                    <a:pt x="2626" y="4465"/>
                  </a:cubicBezTo>
                  <a:cubicBezTo>
                    <a:pt x="2958" y="5019"/>
                    <a:pt x="3254" y="5574"/>
                    <a:pt x="3439" y="6054"/>
                  </a:cubicBezTo>
                  <a:cubicBezTo>
                    <a:pt x="3661" y="6535"/>
                    <a:pt x="3772" y="6942"/>
                    <a:pt x="3772" y="7164"/>
                  </a:cubicBezTo>
                  <a:cubicBezTo>
                    <a:pt x="3772" y="7237"/>
                    <a:pt x="3735" y="7274"/>
                    <a:pt x="3735" y="7274"/>
                  </a:cubicBezTo>
                  <a:cubicBezTo>
                    <a:pt x="3661" y="7422"/>
                    <a:pt x="3661" y="7607"/>
                    <a:pt x="3809" y="7718"/>
                  </a:cubicBezTo>
                  <a:cubicBezTo>
                    <a:pt x="3867" y="7762"/>
                    <a:pt x="3931" y="7783"/>
                    <a:pt x="3994" y="7783"/>
                  </a:cubicBezTo>
                  <a:cubicBezTo>
                    <a:pt x="4091" y="7783"/>
                    <a:pt x="4185" y="7734"/>
                    <a:pt x="4252" y="7644"/>
                  </a:cubicBezTo>
                  <a:cubicBezTo>
                    <a:pt x="4363" y="7496"/>
                    <a:pt x="4363" y="7311"/>
                    <a:pt x="4363" y="7164"/>
                  </a:cubicBezTo>
                  <a:cubicBezTo>
                    <a:pt x="4363" y="6905"/>
                    <a:pt x="4326" y="6646"/>
                    <a:pt x="4215" y="6313"/>
                  </a:cubicBezTo>
                  <a:cubicBezTo>
                    <a:pt x="3809" y="5241"/>
                    <a:pt x="2922" y="3688"/>
                    <a:pt x="2108" y="2431"/>
                  </a:cubicBezTo>
                  <a:cubicBezTo>
                    <a:pt x="1332" y="1137"/>
                    <a:pt x="592" y="139"/>
                    <a:pt x="592" y="139"/>
                  </a:cubicBezTo>
                  <a:cubicBezTo>
                    <a:pt x="525" y="50"/>
                    <a:pt x="431" y="1"/>
                    <a:pt x="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7" name="Google Shape;1727;p36"/>
            <p:cNvSpPr/>
            <p:nvPr/>
          </p:nvSpPr>
          <p:spPr>
            <a:xfrm>
              <a:off x="4678325" y="3645900"/>
              <a:ext cx="1122075" cy="752975"/>
            </a:xfrm>
            <a:custGeom>
              <a:rect b="b" l="l" r="r" t="t"/>
              <a:pathLst>
                <a:path extrusionOk="0" h="30119" w="44883">
                  <a:moveTo>
                    <a:pt x="25436" y="629"/>
                  </a:moveTo>
                  <a:cubicBezTo>
                    <a:pt x="25510" y="629"/>
                    <a:pt x="25732" y="702"/>
                    <a:pt x="26065" y="887"/>
                  </a:cubicBezTo>
                  <a:cubicBezTo>
                    <a:pt x="27211" y="1442"/>
                    <a:pt x="29355" y="2810"/>
                    <a:pt x="31610" y="4178"/>
                  </a:cubicBezTo>
                  <a:cubicBezTo>
                    <a:pt x="33902" y="5546"/>
                    <a:pt x="36269" y="6914"/>
                    <a:pt x="38006" y="7505"/>
                  </a:cubicBezTo>
                  <a:cubicBezTo>
                    <a:pt x="39855" y="8134"/>
                    <a:pt x="41518" y="8429"/>
                    <a:pt x="42664" y="8688"/>
                  </a:cubicBezTo>
                  <a:cubicBezTo>
                    <a:pt x="43219" y="8836"/>
                    <a:pt x="43663" y="8947"/>
                    <a:pt x="43958" y="9058"/>
                  </a:cubicBezTo>
                  <a:cubicBezTo>
                    <a:pt x="44106" y="9132"/>
                    <a:pt x="44180" y="9169"/>
                    <a:pt x="44217" y="9206"/>
                  </a:cubicBezTo>
                  <a:lnTo>
                    <a:pt x="44254" y="9243"/>
                  </a:lnTo>
                  <a:cubicBezTo>
                    <a:pt x="44217" y="9391"/>
                    <a:pt x="44143" y="9538"/>
                    <a:pt x="43958" y="9686"/>
                  </a:cubicBezTo>
                  <a:cubicBezTo>
                    <a:pt x="43441" y="10204"/>
                    <a:pt x="42073" y="10685"/>
                    <a:pt x="39929" y="10685"/>
                  </a:cubicBezTo>
                  <a:cubicBezTo>
                    <a:pt x="39263" y="10685"/>
                    <a:pt x="38228" y="10426"/>
                    <a:pt x="37045" y="10056"/>
                  </a:cubicBezTo>
                  <a:cubicBezTo>
                    <a:pt x="35344" y="9465"/>
                    <a:pt x="33348" y="8577"/>
                    <a:pt x="31795" y="7838"/>
                  </a:cubicBezTo>
                  <a:cubicBezTo>
                    <a:pt x="31019" y="7468"/>
                    <a:pt x="30353" y="7135"/>
                    <a:pt x="29873" y="6914"/>
                  </a:cubicBezTo>
                  <a:cubicBezTo>
                    <a:pt x="29392" y="6655"/>
                    <a:pt x="29096" y="6507"/>
                    <a:pt x="29096" y="6507"/>
                  </a:cubicBezTo>
                  <a:cubicBezTo>
                    <a:pt x="29057" y="6481"/>
                    <a:pt x="29013" y="6468"/>
                    <a:pt x="28968" y="6468"/>
                  </a:cubicBezTo>
                  <a:cubicBezTo>
                    <a:pt x="28885" y="6468"/>
                    <a:pt x="28798" y="6509"/>
                    <a:pt x="28727" y="6581"/>
                  </a:cubicBezTo>
                  <a:cubicBezTo>
                    <a:pt x="28653" y="6692"/>
                    <a:pt x="28616" y="6840"/>
                    <a:pt x="28727" y="6987"/>
                  </a:cubicBezTo>
                  <a:cubicBezTo>
                    <a:pt x="28727" y="6987"/>
                    <a:pt x="28948" y="7283"/>
                    <a:pt x="29318" y="7727"/>
                  </a:cubicBezTo>
                  <a:cubicBezTo>
                    <a:pt x="29836" y="8429"/>
                    <a:pt x="30612" y="9538"/>
                    <a:pt x="31241" y="10537"/>
                  </a:cubicBezTo>
                  <a:cubicBezTo>
                    <a:pt x="31573" y="11054"/>
                    <a:pt x="31869" y="11535"/>
                    <a:pt x="32091" y="11979"/>
                  </a:cubicBezTo>
                  <a:cubicBezTo>
                    <a:pt x="32276" y="12385"/>
                    <a:pt x="32387" y="12718"/>
                    <a:pt x="32387" y="12866"/>
                  </a:cubicBezTo>
                  <a:cubicBezTo>
                    <a:pt x="32239" y="13014"/>
                    <a:pt x="31832" y="13383"/>
                    <a:pt x="31204" y="13790"/>
                  </a:cubicBezTo>
                  <a:cubicBezTo>
                    <a:pt x="29392" y="15084"/>
                    <a:pt x="25991" y="17228"/>
                    <a:pt x="23514" y="18153"/>
                  </a:cubicBezTo>
                  <a:cubicBezTo>
                    <a:pt x="21924" y="18744"/>
                    <a:pt x="20593" y="19299"/>
                    <a:pt x="19558" y="19742"/>
                  </a:cubicBezTo>
                  <a:cubicBezTo>
                    <a:pt x="19003" y="19927"/>
                    <a:pt x="18560" y="20112"/>
                    <a:pt x="18227" y="20223"/>
                  </a:cubicBezTo>
                  <a:cubicBezTo>
                    <a:pt x="17923" y="20314"/>
                    <a:pt x="17694" y="20381"/>
                    <a:pt x="17540" y="20381"/>
                  </a:cubicBezTo>
                  <a:cubicBezTo>
                    <a:pt x="17506" y="20381"/>
                    <a:pt x="17477" y="20377"/>
                    <a:pt x="17450" y="20371"/>
                  </a:cubicBezTo>
                  <a:lnTo>
                    <a:pt x="17377" y="20371"/>
                  </a:lnTo>
                  <a:cubicBezTo>
                    <a:pt x="17303" y="20371"/>
                    <a:pt x="17266" y="20334"/>
                    <a:pt x="17192" y="20223"/>
                  </a:cubicBezTo>
                  <a:cubicBezTo>
                    <a:pt x="17155" y="20149"/>
                    <a:pt x="17118" y="20001"/>
                    <a:pt x="17118" y="19816"/>
                  </a:cubicBezTo>
                  <a:cubicBezTo>
                    <a:pt x="17118" y="19631"/>
                    <a:pt x="17155" y="19447"/>
                    <a:pt x="17192" y="19262"/>
                  </a:cubicBezTo>
                  <a:cubicBezTo>
                    <a:pt x="17266" y="19114"/>
                    <a:pt x="17340" y="19003"/>
                    <a:pt x="17377" y="18929"/>
                  </a:cubicBezTo>
                  <a:cubicBezTo>
                    <a:pt x="17820" y="18522"/>
                    <a:pt x="18634" y="17672"/>
                    <a:pt x="18634" y="17672"/>
                  </a:cubicBezTo>
                  <a:cubicBezTo>
                    <a:pt x="18744" y="17561"/>
                    <a:pt x="18781" y="17376"/>
                    <a:pt x="18671" y="17265"/>
                  </a:cubicBezTo>
                  <a:cubicBezTo>
                    <a:pt x="18606" y="17179"/>
                    <a:pt x="18515" y="17143"/>
                    <a:pt x="18429" y="17143"/>
                  </a:cubicBezTo>
                  <a:cubicBezTo>
                    <a:pt x="18368" y="17143"/>
                    <a:pt x="18310" y="17161"/>
                    <a:pt x="18264" y="17191"/>
                  </a:cubicBezTo>
                  <a:cubicBezTo>
                    <a:pt x="18264" y="17191"/>
                    <a:pt x="18227" y="17228"/>
                    <a:pt x="18116" y="17302"/>
                  </a:cubicBezTo>
                  <a:cubicBezTo>
                    <a:pt x="17857" y="17487"/>
                    <a:pt x="17081" y="18005"/>
                    <a:pt x="16267" y="18448"/>
                  </a:cubicBezTo>
                  <a:cubicBezTo>
                    <a:pt x="15861" y="18670"/>
                    <a:pt x="15417" y="18855"/>
                    <a:pt x="15010" y="19003"/>
                  </a:cubicBezTo>
                  <a:cubicBezTo>
                    <a:pt x="14604" y="19151"/>
                    <a:pt x="14197" y="19262"/>
                    <a:pt x="13938" y="19262"/>
                  </a:cubicBezTo>
                  <a:lnTo>
                    <a:pt x="12386" y="19262"/>
                  </a:lnTo>
                  <a:cubicBezTo>
                    <a:pt x="12312" y="19262"/>
                    <a:pt x="12238" y="19262"/>
                    <a:pt x="12201" y="19336"/>
                  </a:cubicBezTo>
                  <a:lnTo>
                    <a:pt x="703" y="29096"/>
                  </a:lnTo>
                  <a:lnTo>
                    <a:pt x="1463" y="20733"/>
                  </a:lnTo>
                  <a:lnTo>
                    <a:pt x="1463" y="20733"/>
                  </a:lnTo>
                  <a:cubicBezTo>
                    <a:pt x="2668" y="20238"/>
                    <a:pt x="8882" y="17544"/>
                    <a:pt x="12718" y="14308"/>
                  </a:cubicBezTo>
                  <a:cubicBezTo>
                    <a:pt x="14863" y="12533"/>
                    <a:pt x="17746" y="9095"/>
                    <a:pt x="20297" y="6100"/>
                  </a:cubicBezTo>
                  <a:cubicBezTo>
                    <a:pt x="21554" y="4584"/>
                    <a:pt x="22737" y="3216"/>
                    <a:pt x="23662" y="2181"/>
                  </a:cubicBezTo>
                  <a:cubicBezTo>
                    <a:pt x="24142" y="1701"/>
                    <a:pt x="24549" y="1294"/>
                    <a:pt x="24845" y="998"/>
                  </a:cubicBezTo>
                  <a:cubicBezTo>
                    <a:pt x="25029" y="850"/>
                    <a:pt x="25177" y="776"/>
                    <a:pt x="25251" y="702"/>
                  </a:cubicBezTo>
                  <a:lnTo>
                    <a:pt x="25399" y="629"/>
                  </a:lnTo>
                  <a:close/>
                  <a:moveTo>
                    <a:pt x="25436" y="0"/>
                  </a:moveTo>
                  <a:cubicBezTo>
                    <a:pt x="25251" y="0"/>
                    <a:pt x="25103" y="74"/>
                    <a:pt x="24956" y="185"/>
                  </a:cubicBezTo>
                  <a:cubicBezTo>
                    <a:pt x="24660" y="333"/>
                    <a:pt x="24364" y="629"/>
                    <a:pt x="23957" y="998"/>
                  </a:cubicBezTo>
                  <a:cubicBezTo>
                    <a:pt x="22626" y="2292"/>
                    <a:pt x="20556" y="4806"/>
                    <a:pt x="18412" y="7357"/>
                  </a:cubicBezTo>
                  <a:cubicBezTo>
                    <a:pt x="16267" y="9871"/>
                    <a:pt x="14012" y="12459"/>
                    <a:pt x="12349" y="13864"/>
                  </a:cubicBezTo>
                  <a:cubicBezTo>
                    <a:pt x="10278" y="15565"/>
                    <a:pt x="7431" y="17191"/>
                    <a:pt x="5139" y="18374"/>
                  </a:cubicBezTo>
                  <a:cubicBezTo>
                    <a:pt x="3956" y="18929"/>
                    <a:pt x="2958" y="19410"/>
                    <a:pt x="2219" y="19742"/>
                  </a:cubicBezTo>
                  <a:cubicBezTo>
                    <a:pt x="1849" y="19927"/>
                    <a:pt x="1553" y="20038"/>
                    <a:pt x="1368" y="20112"/>
                  </a:cubicBezTo>
                  <a:cubicBezTo>
                    <a:pt x="1146" y="20223"/>
                    <a:pt x="1036" y="20260"/>
                    <a:pt x="1036" y="20260"/>
                  </a:cubicBezTo>
                  <a:cubicBezTo>
                    <a:pt x="925" y="20297"/>
                    <a:pt x="851" y="20408"/>
                    <a:pt x="851" y="20519"/>
                  </a:cubicBezTo>
                  <a:lnTo>
                    <a:pt x="0" y="29798"/>
                  </a:lnTo>
                  <a:cubicBezTo>
                    <a:pt x="0" y="29909"/>
                    <a:pt x="74" y="30020"/>
                    <a:pt x="185" y="30094"/>
                  </a:cubicBezTo>
                  <a:cubicBezTo>
                    <a:pt x="231" y="30109"/>
                    <a:pt x="277" y="30118"/>
                    <a:pt x="323" y="30118"/>
                  </a:cubicBezTo>
                  <a:cubicBezTo>
                    <a:pt x="388" y="30118"/>
                    <a:pt x="453" y="30101"/>
                    <a:pt x="518" y="30057"/>
                  </a:cubicBezTo>
                  <a:lnTo>
                    <a:pt x="12520" y="19853"/>
                  </a:lnTo>
                  <a:lnTo>
                    <a:pt x="13938" y="19853"/>
                  </a:lnTo>
                  <a:cubicBezTo>
                    <a:pt x="14382" y="19853"/>
                    <a:pt x="14900" y="19705"/>
                    <a:pt x="15417" y="19521"/>
                  </a:cubicBezTo>
                  <a:cubicBezTo>
                    <a:pt x="15848" y="19342"/>
                    <a:pt x="16291" y="19118"/>
                    <a:pt x="16704" y="18890"/>
                  </a:cubicBezTo>
                  <a:lnTo>
                    <a:pt x="16704" y="18890"/>
                  </a:lnTo>
                  <a:cubicBezTo>
                    <a:pt x="16681" y="18950"/>
                    <a:pt x="16659" y="19012"/>
                    <a:pt x="16637" y="19077"/>
                  </a:cubicBezTo>
                  <a:cubicBezTo>
                    <a:pt x="16563" y="19299"/>
                    <a:pt x="16526" y="19558"/>
                    <a:pt x="16526" y="19816"/>
                  </a:cubicBezTo>
                  <a:cubicBezTo>
                    <a:pt x="16526" y="20038"/>
                    <a:pt x="16563" y="20297"/>
                    <a:pt x="16637" y="20519"/>
                  </a:cubicBezTo>
                  <a:cubicBezTo>
                    <a:pt x="16748" y="20741"/>
                    <a:pt x="16970" y="20925"/>
                    <a:pt x="17266" y="20999"/>
                  </a:cubicBezTo>
                  <a:lnTo>
                    <a:pt x="17450" y="20999"/>
                  </a:lnTo>
                  <a:cubicBezTo>
                    <a:pt x="17709" y="20999"/>
                    <a:pt x="18005" y="20925"/>
                    <a:pt x="18412" y="20815"/>
                  </a:cubicBezTo>
                  <a:cubicBezTo>
                    <a:pt x="19558" y="20445"/>
                    <a:pt x="21369" y="19631"/>
                    <a:pt x="23735" y="18744"/>
                  </a:cubicBezTo>
                  <a:cubicBezTo>
                    <a:pt x="25473" y="18079"/>
                    <a:pt x="27543" y="16933"/>
                    <a:pt x="29281" y="15823"/>
                  </a:cubicBezTo>
                  <a:cubicBezTo>
                    <a:pt x="30168" y="15269"/>
                    <a:pt x="30945" y="14751"/>
                    <a:pt x="31573" y="14308"/>
                  </a:cubicBezTo>
                  <a:cubicBezTo>
                    <a:pt x="32202" y="13864"/>
                    <a:pt x="32608" y="13531"/>
                    <a:pt x="32830" y="13309"/>
                  </a:cubicBezTo>
                  <a:cubicBezTo>
                    <a:pt x="32978" y="13199"/>
                    <a:pt x="33015" y="13014"/>
                    <a:pt x="33015" y="12866"/>
                  </a:cubicBezTo>
                  <a:cubicBezTo>
                    <a:pt x="33015" y="12644"/>
                    <a:pt x="32941" y="12385"/>
                    <a:pt x="32830" y="12126"/>
                  </a:cubicBezTo>
                  <a:cubicBezTo>
                    <a:pt x="32424" y="11165"/>
                    <a:pt x="31536" y="9834"/>
                    <a:pt x="30723" y="8651"/>
                  </a:cubicBezTo>
                  <a:cubicBezTo>
                    <a:pt x="30464" y="8287"/>
                    <a:pt x="30217" y="7945"/>
                    <a:pt x="30000" y="7648"/>
                  </a:cubicBezTo>
                  <a:lnTo>
                    <a:pt x="30000" y="7648"/>
                  </a:lnTo>
                  <a:cubicBezTo>
                    <a:pt x="30804" y="8046"/>
                    <a:pt x="31950" y="8602"/>
                    <a:pt x="33200" y="9169"/>
                  </a:cubicBezTo>
                  <a:cubicBezTo>
                    <a:pt x="34420" y="9686"/>
                    <a:pt x="35677" y="10241"/>
                    <a:pt x="36860" y="10611"/>
                  </a:cubicBezTo>
                  <a:cubicBezTo>
                    <a:pt x="38043" y="11017"/>
                    <a:pt x="39115" y="11313"/>
                    <a:pt x="39929" y="11313"/>
                  </a:cubicBezTo>
                  <a:cubicBezTo>
                    <a:pt x="41407" y="11313"/>
                    <a:pt x="42590" y="11091"/>
                    <a:pt x="43404" y="10759"/>
                  </a:cubicBezTo>
                  <a:cubicBezTo>
                    <a:pt x="43811" y="10574"/>
                    <a:pt x="44143" y="10389"/>
                    <a:pt x="44402" y="10167"/>
                  </a:cubicBezTo>
                  <a:cubicBezTo>
                    <a:pt x="44661" y="9908"/>
                    <a:pt x="44809" y="9649"/>
                    <a:pt x="44846" y="9354"/>
                  </a:cubicBezTo>
                  <a:lnTo>
                    <a:pt x="44883" y="9243"/>
                  </a:lnTo>
                  <a:cubicBezTo>
                    <a:pt x="44883" y="9058"/>
                    <a:pt x="44772" y="8873"/>
                    <a:pt x="44661" y="8762"/>
                  </a:cubicBezTo>
                  <a:cubicBezTo>
                    <a:pt x="44439" y="8577"/>
                    <a:pt x="44143" y="8466"/>
                    <a:pt x="43737" y="8318"/>
                  </a:cubicBezTo>
                  <a:cubicBezTo>
                    <a:pt x="42590" y="7986"/>
                    <a:pt x="40594" y="7727"/>
                    <a:pt x="38191" y="6914"/>
                  </a:cubicBezTo>
                  <a:cubicBezTo>
                    <a:pt x="36342" y="6285"/>
                    <a:pt x="33496" y="4621"/>
                    <a:pt x="30982" y="3069"/>
                  </a:cubicBezTo>
                  <a:cubicBezTo>
                    <a:pt x="29725" y="2292"/>
                    <a:pt x="28542" y="1553"/>
                    <a:pt x="27580" y="998"/>
                  </a:cubicBezTo>
                  <a:cubicBezTo>
                    <a:pt x="27100" y="739"/>
                    <a:pt x="26693" y="518"/>
                    <a:pt x="26323" y="333"/>
                  </a:cubicBezTo>
                  <a:cubicBezTo>
                    <a:pt x="25991" y="148"/>
                    <a:pt x="25732" y="37"/>
                    <a:pt x="254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p36"/>
            <p:cNvSpPr/>
            <p:nvPr/>
          </p:nvSpPr>
          <p:spPr>
            <a:xfrm>
              <a:off x="3709700" y="2698525"/>
              <a:ext cx="1055525" cy="2070975"/>
            </a:xfrm>
            <a:custGeom>
              <a:rect b="b" l="l" r="r" t="t"/>
              <a:pathLst>
                <a:path extrusionOk="0" h="82839" w="42221">
                  <a:moveTo>
                    <a:pt x="21776" y="0"/>
                  </a:moveTo>
                  <a:cubicBezTo>
                    <a:pt x="20667" y="0"/>
                    <a:pt x="18966" y="850"/>
                    <a:pt x="18707" y="4658"/>
                  </a:cubicBezTo>
                  <a:cubicBezTo>
                    <a:pt x="18412" y="8429"/>
                    <a:pt x="0" y="79376"/>
                    <a:pt x="0" y="81188"/>
                  </a:cubicBezTo>
                  <a:cubicBezTo>
                    <a:pt x="0" y="82197"/>
                    <a:pt x="872" y="82839"/>
                    <a:pt x="3134" y="82839"/>
                  </a:cubicBezTo>
                  <a:cubicBezTo>
                    <a:pt x="4932" y="82839"/>
                    <a:pt x="7609" y="82433"/>
                    <a:pt x="11424" y="81483"/>
                  </a:cubicBezTo>
                  <a:cubicBezTo>
                    <a:pt x="18707" y="79672"/>
                    <a:pt x="40335" y="72352"/>
                    <a:pt x="40335" y="72352"/>
                  </a:cubicBezTo>
                  <a:lnTo>
                    <a:pt x="42221" y="57009"/>
                  </a:lnTo>
                  <a:lnTo>
                    <a:pt x="19669" y="61519"/>
                  </a:lnTo>
                  <a:lnTo>
                    <a:pt x="30649" y="29355"/>
                  </a:lnTo>
                  <a:lnTo>
                    <a:pt x="27543" y="444"/>
                  </a:lnTo>
                  <a:cubicBezTo>
                    <a:pt x="27543" y="444"/>
                    <a:pt x="22922" y="0"/>
                    <a:pt x="217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36"/>
            <p:cNvSpPr/>
            <p:nvPr/>
          </p:nvSpPr>
          <p:spPr>
            <a:xfrm>
              <a:off x="3709700" y="3396325"/>
              <a:ext cx="1024100" cy="1373175"/>
            </a:xfrm>
            <a:custGeom>
              <a:rect b="b" l="l" r="r" t="t"/>
              <a:pathLst>
                <a:path extrusionOk="0" h="54927" w="40964">
                  <a:moveTo>
                    <a:pt x="13199" y="1"/>
                  </a:moveTo>
                  <a:cubicBezTo>
                    <a:pt x="7690" y="22109"/>
                    <a:pt x="0" y="52093"/>
                    <a:pt x="0" y="53276"/>
                  </a:cubicBezTo>
                  <a:cubicBezTo>
                    <a:pt x="0" y="54285"/>
                    <a:pt x="872" y="54927"/>
                    <a:pt x="3134" y="54927"/>
                  </a:cubicBezTo>
                  <a:cubicBezTo>
                    <a:pt x="4932" y="54927"/>
                    <a:pt x="7609" y="54521"/>
                    <a:pt x="11424" y="53571"/>
                  </a:cubicBezTo>
                  <a:cubicBezTo>
                    <a:pt x="18707" y="51760"/>
                    <a:pt x="40335" y="44440"/>
                    <a:pt x="40335" y="44440"/>
                  </a:cubicBezTo>
                  <a:lnTo>
                    <a:pt x="40964" y="39301"/>
                  </a:lnTo>
                  <a:lnTo>
                    <a:pt x="40964" y="39301"/>
                  </a:lnTo>
                  <a:cubicBezTo>
                    <a:pt x="39374" y="39744"/>
                    <a:pt x="14197" y="46510"/>
                    <a:pt x="9391" y="48100"/>
                  </a:cubicBezTo>
                  <a:cubicBezTo>
                    <a:pt x="8943" y="48249"/>
                    <a:pt x="8622" y="48317"/>
                    <a:pt x="8405" y="48317"/>
                  </a:cubicBezTo>
                  <a:cubicBezTo>
                    <a:pt x="7334" y="48317"/>
                    <a:pt x="8820" y="46661"/>
                    <a:pt x="10204" y="45031"/>
                  </a:cubicBezTo>
                  <a:cubicBezTo>
                    <a:pt x="11587" y="43400"/>
                    <a:pt x="12868" y="41769"/>
                    <a:pt x="11502" y="41769"/>
                  </a:cubicBezTo>
                  <a:cubicBezTo>
                    <a:pt x="11444" y="41769"/>
                    <a:pt x="11381" y="41772"/>
                    <a:pt x="11313" y="41778"/>
                  </a:cubicBezTo>
                  <a:cubicBezTo>
                    <a:pt x="7764" y="42037"/>
                    <a:pt x="3623" y="46991"/>
                    <a:pt x="3623" y="46991"/>
                  </a:cubicBezTo>
                  <a:lnTo>
                    <a:pt x="131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36"/>
            <p:cNvSpPr/>
            <p:nvPr/>
          </p:nvSpPr>
          <p:spPr>
            <a:xfrm>
              <a:off x="3718000" y="3645900"/>
              <a:ext cx="1007475" cy="1115600"/>
            </a:xfrm>
            <a:custGeom>
              <a:rect b="b" l="l" r="r" t="t"/>
              <a:pathLst>
                <a:path extrusionOk="0" h="44624" w="40299">
                  <a:moveTo>
                    <a:pt x="10685" y="0"/>
                  </a:moveTo>
                  <a:cubicBezTo>
                    <a:pt x="8134" y="10241"/>
                    <a:pt x="5399" y="20925"/>
                    <a:pt x="3365" y="29170"/>
                  </a:cubicBezTo>
                  <a:cubicBezTo>
                    <a:pt x="1591" y="36268"/>
                    <a:pt x="297" y="41555"/>
                    <a:pt x="38" y="42997"/>
                  </a:cubicBezTo>
                  <a:cubicBezTo>
                    <a:pt x="1" y="43145"/>
                    <a:pt x="1" y="43293"/>
                    <a:pt x="1" y="43293"/>
                  </a:cubicBezTo>
                  <a:cubicBezTo>
                    <a:pt x="1" y="43515"/>
                    <a:pt x="38" y="43662"/>
                    <a:pt x="112" y="43847"/>
                  </a:cubicBezTo>
                  <a:cubicBezTo>
                    <a:pt x="223" y="43995"/>
                    <a:pt x="334" y="44106"/>
                    <a:pt x="555" y="44217"/>
                  </a:cubicBezTo>
                  <a:cubicBezTo>
                    <a:pt x="962" y="44476"/>
                    <a:pt x="1702" y="44624"/>
                    <a:pt x="2774" y="44624"/>
                  </a:cubicBezTo>
                  <a:cubicBezTo>
                    <a:pt x="4548" y="44624"/>
                    <a:pt x="7210" y="44217"/>
                    <a:pt x="11018" y="43293"/>
                  </a:cubicBezTo>
                  <a:cubicBezTo>
                    <a:pt x="17377" y="41703"/>
                    <a:pt x="34716" y="35899"/>
                    <a:pt x="38968" y="34457"/>
                  </a:cubicBezTo>
                  <a:cubicBezTo>
                    <a:pt x="39301" y="34346"/>
                    <a:pt x="39559" y="34272"/>
                    <a:pt x="39707" y="34235"/>
                  </a:cubicBezTo>
                  <a:lnTo>
                    <a:pt x="40299" y="29429"/>
                  </a:lnTo>
                  <a:lnTo>
                    <a:pt x="40299" y="29429"/>
                  </a:lnTo>
                  <a:cubicBezTo>
                    <a:pt x="36972" y="30316"/>
                    <a:pt x="13680" y="36564"/>
                    <a:pt x="9059" y="38117"/>
                  </a:cubicBezTo>
                  <a:cubicBezTo>
                    <a:pt x="8615" y="38265"/>
                    <a:pt x="8282" y="38339"/>
                    <a:pt x="8061" y="38339"/>
                  </a:cubicBezTo>
                  <a:cubicBezTo>
                    <a:pt x="7839" y="38339"/>
                    <a:pt x="7728" y="38228"/>
                    <a:pt x="7728" y="38080"/>
                  </a:cubicBezTo>
                  <a:cubicBezTo>
                    <a:pt x="7728" y="37525"/>
                    <a:pt x="8800" y="36305"/>
                    <a:pt x="9872" y="35048"/>
                  </a:cubicBezTo>
                  <a:cubicBezTo>
                    <a:pt x="10833" y="33902"/>
                    <a:pt x="11758" y="32756"/>
                    <a:pt x="11758" y="32165"/>
                  </a:cubicBezTo>
                  <a:cubicBezTo>
                    <a:pt x="11758" y="31943"/>
                    <a:pt x="11573" y="31795"/>
                    <a:pt x="11166" y="31795"/>
                  </a:cubicBezTo>
                  <a:lnTo>
                    <a:pt x="10981" y="31795"/>
                  </a:lnTo>
                  <a:cubicBezTo>
                    <a:pt x="7432" y="32054"/>
                    <a:pt x="3291" y="37008"/>
                    <a:pt x="3291" y="37008"/>
                  </a:cubicBezTo>
                  <a:lnTo>
                    <a:pt x="108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1" name="Google Shape;1731;p36"/>
            <p:cNvSpPr/>
            <p:nvPr/>
          </p:nvSpPr>
          <p:spPr>
            <a:xfrm>
              <a:off x="3702300" y="2691125"/>
              <a:ext cx="1071250" cy="2086100"/>
            </a:xfrm>
            <a:custGeom>
              <a:rect b="b" l="l" r="r" t="t"/>
              <a:pathLst>
                <a:path extrusionOk="0" h="83444" w="42850">
                  <a:moveTo>
                    <a:pt x="22072" y="0"/>
                  </a:moveTo>
                  <a:cubicBezTo>
                    <a:pt x="21443" y="0"/>
                    <a:pt x="20630" y="259"/>
                    <a:pt x="20002" y="998"/>
                  </a:cubicBezTo>
                  <a:cubicBezTo>
                    <a:pt x="19336" y="1775"/>
                    <a:pt x="18818" y="2995"/>
                    <a:pt x="18671" y="4917"/>
                  </a:cubicBezTo>
                  <a:cubicBezTo>
                    <a:pt x="18671" y="5139"/>
                    <a:pt x="18597" y="5620"/>
                    <a:pt x="18449" y="6359"/>
                  </a:cubicBezTo>
                  <a:cubicBezTo>
                    <a:pt x="17303" y="11794"/>
                    <a:pt x="12718" y="30131"/>
                    <a:pt x="8393" y="47323"/>
                  </a:cubicBezTo>
                  <a:cubicBezTo>
                    <a:pt x="6211" y="55937"/>
                    <a:pt x="4141" y="64218"/>
                    <a:pt x="2588" y="70503"/>
                  </a:cubicBezTo>
                  <a:cubicBezTo>
                    <a:pt x="1812" y="73646"/>
                    <a:pt x="1147" y="76271"/>
                    <a:pt x="703" y="78156"/>
                  </a:cubicBezTo>
                  <a:cubicBezTo>
                    <a:pt x="481" y="79081"/>
                    <a:pt x="296" y="79857"/>
                    <a:pt x="185" y="80412"/>
                  </a:cubicBezTo>
                  <a:cubicBezTo>
                    <a:pt x="148" y="80707"/>
                    <a:pt x="74" y="80929"/>
                    <a:pt x="74" y="81114"/>
                  </a:cubicBezTo>
                  <a:cubicBezTo>
                    <a:pt x="37" y="81262"/>
                    <a:pt x="0" y="81373"/>
                    <a:pt x="0" y="81484"/>
                  </a:cubicBezTo>
                  <a:cubicBezTo>
                    <a:pt x="0" y="81779"/>
                    <a:pt x="74" y="82075"/>
                    <a:pt x="222" y="82334"/>
                  </a:cubicBezTo>
                  <a:cubicBezTo>
                    <a:pt x="444" y="82704"/>
                    <a:pt x="814" y="83000"/>
                    <a:pt x="1331" y="83184"/>
                  </a:cubicBezTo>
                  <a:cubicBezTo>
                    <a:pt x="1886" y="83369"/>
                    <a:pt x="2551" y="83443"/>
                    <a:pt x="3402" y="83443"/>
                  </a:cubicBezTo>
                  <a:cubicBezTo>
                    <a:pt x="5250" y="83443"/>
                    <a:pt x="7949" y="83037"/>
                    <a:pt x="11794" y="82075"/>
                  </a:cubicBezTo>
                  <a:cubicBezTo>
                    <a:pt x="19114" y="80227"/>
                    <a:pt x="40705" y="72943"/>
                    <a:pt x="40705" y="72943"/>
                  </a:cubicBezTo>
                  <a:cubicBezTo>
                    <a:pt x="40816" y="72907"/>
                    <a:pt x="40927" y="72796"/>
                    <a:pt x="40927" y="72685"/>
                  </a:cubicBezTo>
                  <a:lnTo>
                    <a:pt x="42849" y="57342"/>
                  </a:lnTo>
                  <a:cubicBezTo>
                    <a:pt x="42849" y="57231"/>
                    <a:pt x="42812" y="57157"/>
                    <a:pt x="42738" y="57083"/>
                  </a:cubicBezTo>
                  <a:cubicBezTo>
                    <a:pt x="42684" y="57029"/>
                    <a:pt x="42610" y="56995"/>
                    <a:pt x="42546" y="56995"/>
                  </a:cubicBezTo>
                  <a:cubicBezTo>
                    <a:pt x="42522" y="56995"/>
                    <a:pt x="42499" y="56999"/>
                    <a:pt x="42480" y="57009"/>
                  </a:cubicBezTo>
                  <a:lnTo>
                    <a:pt x="20445" y="61409"/>
                  </a:lnTo>
                  <a:lnTo>
                    <a:pt x="31204" y="29762"/>
                  </a:lnTo>
                  <a:cubicBezTo>
                    <a:pt x="31278" y="29614"/>
                    <a:pt x="31204" y="29429"/>
                    <a:pt x="31019" y="29355"/>
                  </a:cubicBezTo>
                  <a:cubicBezTo>
                    <a:pt x="30994" y="29349"/>
                    <a:pt x="30968" y="29346"/>
                    <a:pt x="30943" y="29346"/>
                  </a:cubicBezTo>
                  <a:cubicBezTo>
                    <a:pt x="30813" y="29346"/>
                    <a:pt x="30680" y="29423"/>
                    <a:pt x="30649" y="29577"/>
                  </a:cubicBezTo>
                  <a:lnTo>
                    <a:pt x="19669" y="61741"/>
                  </a:lnTo>
                  <a:cubicBezTo>
                    <a:pt x="19632" y="61815"/>
                    <a:pt x="19669" y="61963"/>
                    <a:pt x="19743" y="62037"/>
                  </a:cubicBezTo>
                  <a:cubicBezTo>
                    <a:pt x="19797" y="62091"/>
                    <a:pt x="19871" y="62126"/>
                    <a:pt x="19950" y="62126"/>
                  </a:cubicBezTo>
                  <a:cubicBezTo>
                    <a:pt x="19979" y="62126"/>
                    <a:pt x="20009" y="62121"/>
                    <a:pt x="20038" y="62111"/>
                  </a:cubicBezTo>
                  <a:lnTo>
                    <a:pt x="42184" y="57675"/>
                  </a:lnTo>
                  <a:lnTo>
                    <a:pt x="40323" y="72417"/>
                  </a:lnTo>
                  <a:lnTo>
                    <a:pt x="40323" y="72417"/>
                  </a:lnTo>
                  <a:cubicBezTo>
                    <a:pt x="40166" y="72467"/>
                    <a:pt x="39920" y="72546"/>
                    <a:pt x="39596" y="72648"/>
                  </a:cubicBezTo>
                  <a:cubicBezTo>
                    <a:pt x="35344" y="74090"/>
                    <a:pt x="18005" y="79894"/>
                    <a:pt x="11646" y="81484"/>
                  </a:cubicBezTo>
                  <a:cubicBezTo>
                    <a:pt x="7838" y="82408"/>
                    <a:pt x="5176" y="82815"/>
                    <a:pt x="3402" y="82815"/>
                  </a:cubicBezTo>
                  <a:cubicBezTo>
                    <a:pt x="2330" y="82815"/>
                    <a:pt x="1590" y="82667"/>
                    <a:pt x="1183" y="82408"/>
                  </a:cubicBezTo>
                  <a:cubicBezTo>
                    <a:pt x="962" y="82297"/>
                    <a:pt x="851" y="82186"/>
                    <a:pt x="740" y="82038"/>
                  </a:cubicBezTo>
                  <a:cubicBezTo>
                    <a:pt x="666" y="81853"/>
                    <a:pt x="629" y="81706"/>
                    <a:pt x="629" y="81484"/>
                  </a:cubicBezTo>
                  <a:cubicBezTo>
                    <a:pt x="629" y="81484"/>
                    <a:pt x="629" y="81336"/>
                    <a:pt x="666" y="81188"/>
                  </a:cubicBezTo>
                  <a:cubicBezTo>
                    <a:pt x="925" y="79746"/>
                    <a:pt x="2219" y="74459"/>
                    <a:pt x="3993" y="67361"/>
                  </a:cubicBezTo>
                  <a:cubicBezTo>
                    <a:pt x="6655" y="56676"/>
                    <a:pt x="10426" y="41777"/>
                    <a:pt x="13569" y="29207"/>
                  </a:cubicBezTo>
                  <a:cubicBezTo>
                    <a:pt x="15121" y="22922"/>
                    <a:pt x="16526" y="17229"/>
                    <a:pt x="17561" y="12903"/>
                  </a:cubicBezTo>
                  <a:cubicBezTo>
                    <a:pt x="18079" y="10759"/>
                    <a:pt x="18486" y="8947"/>
                    <a:pt x="18781" y="7616"/>
                  </a:cubicBezTo>
                  <a:cubicBezTo>
                    <a:pt x="19077" y="6248"/>
                    <a:pt x="19262" y="5361"/>
                    <a:pt x="19299" y="4954"/>
                  </a:cubicBezTo>
                  <a:cubicBezTo>
                    <a:pt x="19447" y="3106"/>
                    <a:pt x="19928" y="2034"/>
                    <a:pt x="20445" y="1405"/>
                  </a:cubicBezTo>
                  <a:cubicBezTo>
                    <a:pt x="21000" y="777"/>
                    <a:pt x="21591" y="629"/>
                    <a:pt x="22072" y="629"/>
                  </a:cubicBezTo>
                  <a:cubicBezTo>
                    <a:pt x="22626" y="629"/>
                    <a:pt x="24068" y="740"/>
                    <a:pt x="25362" y="814"/>
                  </a:cubicBezTo>
                  <a:cubicBezTo>
                    <a:pt x="26656" y="925"/>
                    <a:pt x="27802" y="1035"/>
                    <a:pt x="27802" y="1035"/>
                  </a:cubicBezTo>
                  <a:cubicBezTo>
                    <a:pt x="27822" y="1039"/>
                    <a:pt x="27841" y="1041"/>
                    <a:pt x="27859" y="1041"/>
                  </a:cubicBezTo>
                  <a:cubicBezTo>
                    <a:pt x="28017" y="1041"/>
                    <a:pt x="28135" y="909"/>
                    <a:pt x="28135" y="777"/>
                  </a:cubicBezTo>
                  <a:cubicBezTo>
                    <a:pt x="28172" y="592"/>
                    <a:pt x="28024" y="444"/>
                    <a:pt x="27876" y="444"/>
                  </a:cubicBezTo>
                  <a:cubicBezTo>
                    <a:pt x="27876" y="444"/>
                    <a:pt x="26693" y="333"/>
                    <a:pt x="25399" y="222"/>
                  </a:cubicBezTo>
                  <a:cubicBezTo>
                    <a:pt x="24105" y="111"/>
                    <a:pt x="22663" y="0"/>
                    <a:pt x="22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2" name="Google Shape;1732;p36"/>
            <p:cNvSpPr/>
            <p:nvPr/>
          </p:nvSpPr>
          <p:spPr>
            <a:xfrm>
              <a:off x="4389950" y="3681000"/>
              <a:ext cx="277300" cy="403025"/>
            </a:xfrm>
            <a:custGeom>
              <a:rect b="b" l="l" r="r" t="t"/>
              <a:pathLst>
                <a:path extrusionOk="0" h="16121" w="11092">
                  <a:moveTo>
                    <a:pt x="1258" y="1"/>
                  </a:moveTo>
                  <a:lnTo>
                    <a:pt x="1" y="15713"/>
                  </a:lnTo>
                  <a:lnTo>
                    <a:pt x="10130" y="16120"/>
                  </a:lnTo>
                  <a:lnTo>
                    <a:pt x="11092" y="851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36"/>
            <p:cNvSpPr/>
            <p:nvPr/>
          </p:nvSpPr>
          <p:spPr>
            <a:xfrm>
              <a:off x="4381625" y="3673250"/>
              <a:ext cx="293950" cy="419075"/>
            </a:xfrm>
            <a:custGeom>
              <a:rect b="b" l="l" r="r" t="t"/>
              <a:pathLst>
                <a:path extrusionOk="0" h="16763" w="11758">
                  <a:moveTo>
                    <a:pt x="1864" y="633"/>
                  </a:moveTo>
                  <a:lnTo>
                    <a:pt x="11092" y="1420"/>
                  </a:lnTo>
                  <a:lnTo>
                    <a:pt x="10205" y="16134"/>
                  </a:lnTo>
                  <a:lnTo>
                    <a:pt x="666" y="15728"/>
                  </a:lnTo>
                  <a:lnTo>
                    <a:pt x="1864" y="633"/>
                  </a:lnTo>
                  <a:close/>
                  <a:moveTo>
                    <a:pt x="1562" y="1"/>
                  </a:moveTo>
                  <a:cubicBezTo>
                    <a:pt x="1499" y="1"/>
                    <a:pt x="1433" y="35"/>
                    <a:pt x="1406" y="89"/>
                  </a:cubicBezTo>
                  <a:cubicBezTo>
                    <a:pt x="1332" y="126"/>
                    <a:pt x="1295" y="200"/>
                    <a:pt x="1295" y="274"/>
                  </a:cubicBezTo>
                  <a:lnTo>
                    <a:pt x="38" y="16023"/>
                  </a:lnTo>
                  <a:cubicBezTo>
                    <a:pt x="1" y="16097"/>
                    <a:pt x="38" y="16171"/>
                    <a:pt x="112" y="16245"/>
                  </a:cubicBezTo>
                  <a:cubicBezTo>
                    <a:pt x="149" y="16319"/>
                    <a:pt x="223" y="16356"/>
                    <a:pt x="334" y="16356"/>
                  </a:cubicBezTo>
                  <a:lnTo>
                    <a:pt x="10463" y="16763"/>
                  </a:lnTo>
                  <a:cubicBezTo>
                    <a:pt x="10648" y="16763"/>
                    <a:pt x="10759" y="16615"/>
                    <a:pt x="10796" y="16467"/>
                  </a:cubicBezTo>
                  <a:lnTo>
                    <a:pt x="11720" y="1161"/>
                  </a:lnTo>
                  <a:cubicBezTo>
                    <a:pt x="11757" y="1013"/>
                    <a:pt x="11610" y="865"/>
                    <a:pt x="11462" y="829"/>
                  </a:cubicBezTo>
                  <a:lnTo>
                    <a:pt x="1628" y="15"/>
                  </a:lnTo>
                  <a:cubicBezTo>
                    <a:pt x="1608" y="5"/>
                    <a:pt x="1585" y="1"/>
                    <a:pt x="1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p36"/>
            <p:cNvSpPr/>
            <p:nvPr/>
          </p:nvSpPr>
          <p:spPr>
            <a:xfrm>
              <a:off x="4512875" y="3582125"/>
              <a:ext cx="70275" cy="158075"/>
            </a:xfrm>
            <a:custGeom>
              <a:rect b="b" l="l" r="r" t="t"/>
              <a:pathLst>
                <a:path extrusionOk="0" h="6323" w="2811">
                  <a:moveTo>
                    <a:pt x="149" y="0"/>
                  </a:moveTo>
                  <a:lnTo>
                    <a:pt x="1" y="6174"/>
                  </a:lnTo>
                  <a:lnTo>
                    <a:pt x="2663" y="6322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36"/>
            <p:cNvSpPr/>
            <p:nvPr/>
          </p:nvSpPr>
          <p:spPr>
            <a:xfrm>
              <a:off x="4505475" y="3574725"/>
              <a:ext cx="85075" cy="172850"/>
            </a:xfrm>
            <a:custGeom>
              <a:rect b="b" l="l" r="r" t="t"/>
              <a:pathLst>
                <a:path extrusionOk="0" h="6914" w="3403">
                  <a:moveTo>
                    <a:pt x="2774" y="592"/>
                  </a:moveTo>
                  <a:lnTo>
                    <a:pt x="2663" y="6285"/>
                  </a:lnTo>
                  <a:lnTo>
                    <a:pt x="629" y="6174"/>
                  </a:lnTo>
                  <a:lnTo>
                    <a:pt x="735" y="592"/>
                  </a:lnTo>
                  <a:close/>
                  <a:moveTo>
                    <a:pt x="445" y="0"/>
                  </a:moveTo>
                  <a:cubicBezTo>
                    <a:pt x="260" y="0"/>
                    <a:pt x="149" y="111"/>
                    <a:pt x="149" y="296"/>
                  </a:cubicBezTo>
                  <a:lnTo>
                    <a:pt x="1" y="6470"/>
                  </a:lnTo>
                  <a:cubicBezTo>
                    <a:pt x="1" y="6618"/>
                    <a:pt x="112" y="6766"/>
                    <a:pt x="297" y="6766"/>
                  </a:cubicBezTo>
                  <a:lnTo>
                    <a:pt x="2959" y="6914"/>
                  </a:lnTo>
                  <a:cubicBezTo>
                    <a:pt x="3032" y="6914"/>
                    <a:pt x="3106" y="6877"/>
                    <a:pt x="3180" y="6840"/>
                  </a:cubicBezTo>
                  <a:cubicBezTo>
                    <a:pt x="3254" y="6766"/>
                    <a:pt x="3254" y="6692"/>
                    <a:pt x="3291" y="6618"/>
                  </a:cubicBezTo>
                  <a:lnTo>
                    <a:pt x="3402" y="296"/>
                  </a:lnTo>
                  <a:cubicBezTo>
                    <a:pt x="3402" y="222"/>
                    <a:pt x="3402" y="148"/>
                    <a:pt x="3328" y="74"/>
                  </a:cubicBezTo>
                  <a:cubicBezTo>
                    <a:pt x="3254" y="0"/>
                    <a:pt x="3180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6" name="Google Shape;1736;p36"/>
            <p:cNvSpPr/>
            <p:nvPr/>
          </p:nvSpPr>
          <p:spPr>
            <a:xfrm>
              <a:off x="5426975" y="3461900"/>
              <a:ext cx="1298625" cy="1073150"/>
            </a:xfrm>
            <a:custGeom>
              <a:rect b="b" l="l" r="r" t="t"/>
              <a:pathLst>
                <a:path extrusionOk="0" h="42926" w="51945">
                  <a:moveTo>
                    <a:pt x="19915" y="0"/>
                  </a:moveTo>
                  <a:cubicBezTo>
                    <a:pt x="19319" y="0"/>
                    <a:pt x="18770" y="363"/>
                    <a:pt x="18523" y="927"/>
                  </a:cubicBezTo>
                  <a:lnTo>
                    <a:pt x="481" y="40412"/>
                  </a:lnTo>
                  <a:cubicBezTo>
                    <a:pt x="1" y="41447"/>
                    <a:pt x="740" y="42667"/>
                    <a:pt x="1886" y="42667"/>
                  </a:cubicBezTo>
                  <a:lnTo>
                    <a:pt x="31167" y="42926"/>
                  </a:lnTo>
                  <a:cubicBezTo>
                    <a:pt x="31758" y="42926"/>
                    <a:pt x="32350" y="42593"/>
                    <a:pt x="32609" y="42039"/>
                  </a:cubicBezTo>
                  <a:lnTo>
                    <a:pt x="51464" y="3145"/>
                  </a:lnTo>
                  <a:cubicBezTo>
                    <a:pt x="51944" y="2110"/>
                    <a:pt x="51205" y="890"/>
                    <a:pt x="50059" y="853"/>
                  </a:cubicBezTo>
                  <a:lnTo>
                    <a:pt x="20002" y="3"/>
                  </a:lnTo>
                  <a:cubicBezTo>
                    <a:pt x="19973" y="1"/>
                    <a:pt x="19944" y="0"/>
                    <a:pt x="199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7" name="Google Shape;1737;p36"/>
            <p:cNvSpPr/>
            <p:nvPr/>
          </p:nvSpPr>
          <p:spPr>
            <a:xfrm>
              <a:off x="5426975" y="3453650"/>
              <a:ext cx="1297700" cy="1088800"/>
            </a:xfrm>
            <a:custGeom>
              <a:rect b="b" l="l" r="r" t="t"/>
              <a:pathLst>
                <a:path extrusionOk="0" h="43552" w="51908">
                  <a:moveTo>
                    <a:pt x="20002" y="629"/>
                  </a:moveTo>
                  <a:lnTo>
                    <a:pt x="50059" y="1516"/>
                  </a:lnTo>
                  <a:cubicBezTo>
                    <a:pt x="50798" y="1516"/>
                    <a:pt x="51316" y="2144"/>
                    <a:pt x="51316" y="2810"/>
                  </a:cubicBezTo>
                  <a:cubicBezTo>
                    <a:pt x="51316" y="2995"/>
                    <a:pt x="51279" y="3180"/>
                    <a:pt x="51168" y="3364"/>
                  </a:cubicBezTo>
                  <a:lnTo>
                    <a:pt x="32313" y="42221"/>
                  </a:lnTo>
                  <a:cubicBezTo>
                    <a:pt x="32128" y="42664"/>
                    <a:pt x="31647" y="42960"/>
                    <a:pt x="31167" y="42960"/>
                  </a:cubicBezTo>
                  <a:lnTo>
                    <a:pt x="1886" y="42701"/>
                  </a:lnTo>
                  <a:cubicBezTo>
                    <a:pt x="1147" y="42701"/>
                    <a:pt x="629" y="42073"/>
                    <a:pt x="629" y="41407"/>
                  </a:cubicBezTo>
                  <a:cubicBezTo>
                    <a:pt x="629" y="41222"/>
                    <a:pt x="666" y="41038"/>
                    <a:pt x="740" y="40890"/>
                  </a:cubicBezTo>
                  <a:lnTo>
                    <a:pt x="18819" y="1368"/>
                  </a:lnTo>
                  <a:cubicBezTo>
                    <a:pt x="19003" y="924"/>
                    <a:pt x="19484" y="629"/>
                    <a:pt x="19965" y="629"/>
                  </a:cubicBezTo>
                  <a:close/>
                  <a:moveTo>
                    <a:pt x="19965" y="0"/>
                  </a:moveTo>
                  <a:cubicBezTo>
                    <a:pt x="19225" y="0"/>
                    <a:pt x="18560" y="444"/>
                    <a:pt x="18227" y="1109"/>
                  </a:cubicBezTo>
                  <a:lnTo>
                    <a:pt x="185" y="40631"/>
                  </a:lnTo>
                  <a:cubicBezTo>
                    <a:pt x="74" y="40890"/>
                    <a:pt x="1" y="41149"/>
                    <a:pt x="1" y="41407"/>
                  </a:cubicBezTo>
                  <a:cubicBezTo>
                    <a:pt x="1" y="42406"/>
                    <a:pt x="814" y="43293"/>
                    <a:pt x="1886" y="43293"/>
                  </a:cubicBezTo>
                  <a:lnTo>
                    <a:pt x="31167" y="43552"/>
                  </a:lnTo>
                  <a:cubicBezTo>
                    <a:pt x="31906" y="43552"/>
                    <a:pt x="32572" y="43145"/>
                    <a:pt x="32867" y="42479"/>
                  </a:cubicBezTo>
                  <a:lnTo>
                    <a:pt x="51722" y="3623"/>
                  </a:lnTo>
                  <a:cubicBezTo>
                    <a:pt x="51870" y="3364"/>
                    <a:pt x="51907" y="3069"/>
                    <a:pt x="51907" y="2810"/>
                  </a:cubicBezTo>
                  <a:cubicBezTo>
                    <a:pt x="51907" y="1812"/>
                    <a:pt x="51168" y="924"/>
                    <a:pt x="50059" y="887"/>
                  </a:cubicBezTo>
                  <a:lnTo>
                    <a:pt x="20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8" name="Google Shape;1738;p36"/>
            <p:cNvSpPr/>
            <p:nvPr/>
          </p:nvSpPr>
          <p:spPr>
            <a:xfrm>
              <a:off x="5548050" y="4175700"/>
              <a:ext cx="53625" cy="94825"/>
            </a:xfrm>
            <a:custGeom>
              <a:rect b="b" l="l" r="r" t="t"/>
              <a:pathLst>
                <a:path extrusionOk="0" h="3793" w="2145">
                  <a:moveTo>
                    <a:pt x="1777" y="0"/>
                  </a:moveTo>
                  <a:cubicBezTo>
                    <a:pt x="1650" y="0"/>
                    <a:pt x="1544" y="69"/>
                    <a:pt x="1516" y="177"/>
                  </a:cubicBezTo>
                  <a:lnTo>
                    <a:pt x="38" y="3357"/>
                  </a:lnTo>
                  <a:cubicBezTo>
                    <a:pt x="1" y="3504"/>
                    <a:pt x="38" y="3689"/>
                    <a:pt x="223" y="3763"/>
                  </a:cubicBezTo>
                  <a:cubicBezTo>
                    <a:pt x="262" y="3783"/>
                    <a:pt x="304" y="3792"/>
                    <a:pt x="347" y="3792"/>
                  </a:cubicBezTo>
                  <a:cubicBezTo>
                    <a:pt x="461" y="3792"/>
                    <a:pt x="575" y="3724"/>
                    <a:pt x="629" y="3615"/>
                  </a:cubicBezTo>
                  <a:lnTo>
                    <a:pt x="2071" y="436"/>
                  </a:lnTo>
                  <a:cubicBezTo>
                    <a:pt x="2145" y="288"/>
                    <a:pt x="2071" y="103"/>
                    <a:pt x="1923" y="29"/>
                  </a:cubicBezTo>
                  <a:cubicBezTo>
                    <a:pt x="1874" y="9"/>
                    <a:pt x="1824" y="0"/>
                    <a:pt x="17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9" name="Google Shape;1739;p36"/>
            <p:cNvSpPr/>
            <p:nvPr/>
          </p:nvSpPr>
          <p:spPr>
            <a:xfrm>
              <a:off x="5610900" y="3469350"/>
              <a:ext cx="451075" cy="661600"/>
            </a:xfrm>
            <a:custGeom>
              <a:rect b="b" l="l" r="r" t="t"/>
              <a:pathLst>
                <a:path extrusionOk="0" h="26464" w="18043">
                  <a:moveTo>
                    <a:pt x="13236" y="1"/>
                  </a:moveTo>
                  <a:cubicBezTo>
                    <a:pt x="12460" y="1"/>
                    <a:pt x="11794" y="407"/>
                    <a:pt x="11499" y="1110"/>
                  </a:cubicBezTo>
                  <a:lnTo>
                    <a:pt x="75" y="26028"/>
                  </a:lnTo>
                  <a:cubicBezTo>
                    <a:pt x="1" y="26176"/>
                    <a:pt x="75" y="26361"/>
                    <a:pt x="223" y="26435"/>
                  </a:cubicBezTo>
                  <a:cubicBezTo>
                    <a:pt x="272" y="26454"/>
                    <a:pt x="322" y="26464"/>
                    <a:pt x="368" y="26464"/>
                  </a:cubicBezTo>
                  <a:cubicBezTo>
                    <a:pt x="496" y="26464"/>
                    <a:pt x="602" y="26395"/>
                    <a:pt x="629" y="26287"/>
                  </a:cubicBezTo>
                  <a:lnTo>
                    <a:pt x="12053" y="1369"/>
                  </a:lnTo>
                  <a:cubicBezTo>
                    <a:pt x="12275" y="888"/>
                    <a:pt x="12719" y="592"/>
                    <a:pt x="13236" y="592"/>
                  </a:cubicBezTo>
                  <a:lnTo>
                    <a:pt x="13273" y="592"/>
                  </a:lnTo>
                  <a:lnTo>
                    <a:pt x="17710" y="740"/>
                  </a:lnTo>
                  <a:cubicBezTo>
                    <a:pt x="17894" y="740"/>
                    <a:pt x="18042" y="592"/>
                    <a:pt x="18042" y="444"/>
                  </a:cubicBezTo>
                  <a:cubicBezTo>
                    <a:pt x="18042" y="259"/>
                    <a:pt x="17931" y="112"/>
                    <a:pt x="17747" y="112"/>
                  </a:cubicBezTo>
                  <a:lnTo>
                    <a:pt x="132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0" name="Google Shape;1740;p36"/>
            <p:cNvSpPr/>
            <p:nvPr/>
          </p:nvSpPr>
          <p:spPr>
            <a:xfrm>
              <a:off x="6081350" y="3473050"/>
              <a:ext cx="74900" cy="17575"/>
            </a:xfrm>
            <a:custGeom>
              <a:rect b="b" l="l" r="r" t="t"/>
              <a:pathLst>
                <a:path extrusionOk="0" h="703" w="2996">
                  <a:moveTo>
                    <a:pt x="333" y="1"/>
                  </a:moveTo>
                  <a:cubicBezTo>
                    <a:pt x="149" y="1"/>
                    <a:pt x="1" y="148"/>
                    <a:pt x="1" y="296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2663" y="703"/>
                  </a:lnTo>
                  <a:cubicBezTo>
                    <a:pt x="2847" y="703"/>
                    <a:pt x="2995" y="555"/>
                    <a:pt x="2995" y="407"/>
                  </a:cubicBezTo>
                  <a:cubicBezTo>
                    <a:pt x="2995" y="222"/>
                    <a:pt x="2847" y="74"/>
                    <a:pt x="2700" y="74"/>
                  </a:cubicBezTo>
                  <a:lnTo>
                    <a:pt x="3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1" name="Google Shape;1741;p36"/>
            <p:cNvSpPr/>
            <p:nvPr/>
          </p:nvSpPr>
          <p:spPr>
            <a:xfrm>
              <a:off x="6350325" y="4060025"/>
              <a:ext cx="263225" cy="113650"/>
            </a:xfrm>
            <a:custGeom>
              <a:rect b="b" l="l" r="r" t="t"/>
              <a:pathLst>
                <a:path extrusionOk="0" h="4546" w="10529">
                  <a:moveTo>
                    <a:pt x="9134" y="1"/>
                  </a:moveTo>
                  <a:cubicBezTo>
                    <a:pt x="9019" y="1"/>
                    <a:pt x="8895" y="12"/>
                    <a:pt x="8762" y="35"/>
                  </a:cubicBezTo>
                  <a:cubicBezTo>
                    <a:pt x="8762" y="35"/>
                    <a:pt x="5287" y="1551"/>
                    <a:pt x="2625" y="2586"/>
                  </a:cubicBezTo>
                  <a:cubicBezTo>
                    <a:pt x="0" y="3621"/>
                    <a:pt x="1479" y="4545"/>
                    <a:pt x="2551" y="4545"/>
                  </a:cubicBezTo>
                  <a:cubicBezTo>
                    <a:pt x="3586" y="4545"/>
                    <a:pt x="7616" y="3325"/>
                    <a:pt x="9132" y="2364"/>
                  </a:cubicBezTo>
                  <a:cubicBezTo>
                    <a:pt x="10529" y="1512"/>
                    <a:pt x="10481" y="1"/>
                    <a:pt x="9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2" name="Google Shape;1742;p36"/>
            <p:cNvSpPr/>
            <p:nvPr/>
          </p:nvSpPr>
          <p:spPr>
            <a:xfrm>
              <a:off x="6386375" y="4075675"/>
              <a:ext cx="210750" cy="90600"/>
            </a:xfrm>
            <a:custGeom>
              <a:rect b="b" l="l" r="r" t="t"/>
              <a:pathLst>
                <a:path extrusionOk="0" h="3624" w="8430">
                  <a:moveTo>
                    <a:pt x="8355" y="0"/>
                  </a:moveTo>
                  <a:cubicBezTo>
                    <a:pt x="7801" y="222"/>
                    <a:pt x="7135" y="481"/>
                    <a:pt x="6507" y="703"/>
                  </a:cubicBezTo>
                  <a:cubicBezTo>
                    <a:pt x="5139" y="1220"/>
                    <a:pt x="3697" y="1627"/>
                    <a:pt x="2551" y="1886"/>
                  </a:cubicBezTo>
                  <a:cubicBezTo>
                    <a:pt x="2218" y="1997"/>
                    <a:pt x="1922" y="2034"/>
                    <a:pt x="1627" y="2108"/>
                  </a:cubicBezTo>
                  <a:cubicBezTo>
                    <a:pt x="1516" y="2145"/>
                    <a:pt x="1405" y="2182"/>
                    <a:pt x="1294" y="2219"/>
                  </a:cubicBezTo>
                  <a:cubicBezTo>
                    <a:pt x="776" y="2440"/>
                    <a:pt x="444" y="2625"/>
                    <a:pt x="222" y="2810"/>
                  </a:cubicBezTo>
                  <a:cubicBezTo>
                    <a:pt x="37" y="2958"/>
                    <a:pt x="0" y="3069"/>
                    <a:pt x="37" y="3106"/>
                  </a:cubicBezTo>
                  <a:cubicBezTo>
                    <a:pt x="37" y="3143"/>
                    <a:pt x="37" y="3180"/>
                    <a:pt x="74" y="3254"/>
                  </a:cubicBezTo>
                  <a:cubicBezTo>
                    <a:pt x="111" y="3328"/>
                    <a:pt x="222" y="3365"/>
                    <a:pt x="333" y="3439"/>
                  </a:cubicBezTo>
                  <a:cubicBezTo>
                    <a:pt x="518" y="3550"/>
                    <a:pt x="850" y="3624"/>
                    <a:pt x="1072" y="3624"/>
                  </a:cubicBezTo>
                  <a:lnTo>
                    <a:pt x="1109" y="3624"/>
                  </a:lnTo>
                  <a:cubicBezTo>
                    <a:pt x="1294" y="3624"/>
                    <a:pt x="1738" y="3550"/>
                    <a:pt x="2292" y="3439"/>
                  </a:cubicBezTo>
                  <a:cubicBezTo>
                    <a:pt x="2810" y="3291"/>
                    <a:pt x="3475" y="3106"/>
                    <a:pt x="4141" y="2921"/>
                  </a:cubicBezTo>
                  <a:cubicBezTo>
                    <a:pt x="5435" y="2477"/>
                    <a:pt x="6840" y="1923"/>
                    <a:pt x="7542" y="1479"/>
                  </a:cubicBezTo>
                  <a:cubicBezTo>
                    <a:pt x="8171" y="1110"/>
                    <a:pt x="8429" y="592"/>
                    <a:pt x="8429" y="259"/>
                  </a:cubicBezTo>
                  <a:cubicBezTo>
                    <a:pt x="8429" y="148"/>
                    <a:pt x="8392" y="74"/>
                    <a:pt x="8355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3" name="Google Shape;1743;p36"/>
            <p:cNvSpPr/>
            <p:nvPr/>
          </p:nvSpPr>
          <p:spPr>
            <a:xfrm>
              <a:off x="6371575" y="4051650"/>
              <a:ext cx="240325" cy="130350"/>
            </a:xfrm>
            <a:custGeom>
              <a:rect b="b" l="l" r="r" t="t"/>
              <a:pathLst>
                <a:path extrusionOk="0" h="5214" w="9613">
                  <a:moveTo>
                    <a:pt x="8282" y="629"/>
                  </a:moveTo>
                  <a:cubicBezTo>
                    <a:pt x="8578" y="629"/>
                    <a:pt x="8726" y="703"/>
                    <a:pt x="8836" y="814"/>
                  </a:cubicBezTo>
                  <a:cubicBezTo>
                    <a:pt x="8947" y="924"/>
                    <a:pt x="9021" y="1035"/>
                    <a:pt x="9021" y="1220"/>
                  </a:cubicBezTo>
                  <a:cubicBezTo>
                    <a:pt x="9021" y="1553"/>
                    <a:pt x="8763" y="2071"/>
                    <a:pt x="8134" y="2440"/>
                  </a:cubicBezTo>
                  <a:cubicBezTo>
                    <a:pt x="7432" y="2884"/>
                    <a:pt x="6027" y="3438"/>
                    <a:pt x="4733" y="3882"/>
                  </a:cubicBezTo>
                  <a:cubicBezTo>
                    <a:pt x="4067" y="4067"/>
                    <a:pt x="3402" y="4252"/>
                    <a:pt x="2884" y="4400"/>
                  </a:cubicBezTo>
                  <a:cubicBezTo>
                    <a:pt x="2330" y="4511"/>
                    <a:pt x="1886" y="4585"/>
                    <a:pt x="1701" y="4585"/>
                  </a:cubicBezTo>
                  <a:cubicBezTo>
                    <a:pt x="1442" y="4585"/>
                    <a:pt x="1110" y="4511"/>
                    <a:pt x="925" y="4400"/>
                  </a:cubicBezTo>
                  <a:cubicBezTo>
                    <a:pt x="814" y="4326"/>
                    <a:pt x="703" y="4289"/>
                    <a:pt x="666" y="4215"/>
                  </a:cubicBezTo>
                  <a:cubicBezTo>
                    <a:pt x="629" y="4141"/>
                    <a:pt x="629" y="4104"/>
                    <a:pt x="629" y="4067"/>
                  </a:cubicBezTo>
                  <a:cubicBezTo>
                    <a:pt x="592" y="4030"/>
                    <a:pt x="629" y="3919"/>
                    <a:pt x="814" y="3771"/>
                  </a:cubicBezTo>
                  <a:cubicBezTo>
                    <a:pt x="1036" y="3586"/>
                    <a:pt x="1368" y="3401"/>
                    <a:pt x="1886" y="3180"/>
                  </a:cubicBezTo>
                  <a:cubicBezTo>
                    <a:pt x="4319" y="2234"/>
                    <a:pt x="7431" y="886"/>
                    <a:pt x="7949" y="661"/>
                  </a:cubicBezTo>
                  <a:lnTo>
                    <a:pt x="7949" y="661"/>
                  </a:lnTo>
                  <a:lnTo>
                    <a:pt x="7949" y="666"/>
                  </a:lnTo>
                  <a:cubicBezTo>
                    <a:pt x="8060" y="629"/>
                    <a:pt x="8171" y="629"/>
                    <a:pt x="8282" y="629"/>
                  </a:cubicBezTo>
                  <a:close/>
                  <a:moveTo>
                    <a:pt x="8282" y="0"/>
                  </a:moveTo>
                  <a:cubicBezTo>
                    <a:pt x="8134" y="0"/>
                    <a:pt x="8023" y="37"/>
                    <a:pt x="7875" y="37"/>
                  </a:cubicBezTo>
                  <a:lnTo>
                    <a:pt x="7801" y="74"/>
                  </a:lnTo>
                  <a:cubicBezTo>
                    <a:pt x="7801" y="74"/>
                    <a:pt x="6914" y="444"/>
                    <a:pt x="5731" y="961"/>
                  </a:cubicBezTo>
                  <a:cubicBezTo>
                    <a:pt x="4511" y="1479"/>
                    <a:pt x="2995" y="2107"/>
                    <a:pt x="1664" y="2625"/>
                  </a:cubicBezTo>
                  <a:cubicBezTo>
                    <a:pt x="1110" y="2847"/>
                    <a:pt x="703" y="3069"/>
                    <a:pt x="444" y="3291"/>
                  </a:cubicBezTo>
                  <a:cubicBezTo>
                    <a:pt x="148" y="3512"/>
                    <a:pt x="0" y="3808"/>
                    <a:pt x="0" y="4067"/>
                  </a:cubicBezTo>
                  <a:cubicBezTo>
                    <a:pt x="0" y="4289"/>
                    <a:pt x="74" y="4474"/>
                    <a:pt x="185" y="4622"/>
                  </a:cubicBezTo>
                  <a:cubicBezTo>
                    <a:pt x="370" y="4806"/>
                    <a:pt x="629" y="4954"/>
                    <a:pt x="888" y="5065"/>
                  </a:cubicBezTo>
                  <a:cubicBezTo>
                    <a:pt x="1147" y="5139"/>
                    <a:pt x="1405" y="5213"/>
                    <a:pt x="1701" y="5213"/>
                  </a:cubicBezTo>
                  <a:cubicBezTo>
                    <a:pt x="1997" y="5176"/>
                    <a:pt x="2441" y="5102"/>
                    <a:pt x="2995" y="4991"/>
                  </a:cubicBezTo>
                  <a:cubicBezTo>
                    <a:pt x="3845" y="4769"/>
                    <a:pt x="4918" y="4474"/>
                    <a:pt x="5916" y="4104"/>
                  </a:cubicBezTo>
                  <a:cubicBezTo>
                    <a:pt x="6914" y="3734"/>
                    <a:pt x="7838" y="3365"/>
                    <a:pt x="8467" y="2995"/>
                  </a:cubicBezTo>
                  <a:cubicBezTo>
                    <a:pt x="9206" y="2514"/>
                    <a:pt x="9613" y="1849"/>
                    <a:pt x="9613" y="1220"/>
                  </a:cubicBezTo>
                  <a:cubicBezTo>
                    <a:pt x="9613" y="887"/>
                    <a:pt x="9502" y="592"/>
                    <a:pt x="9243" y="370"/>
                  </a:cubicBezTo>
                  <a:cubicBezTo>
                    <a:pt x="9021" y="148"/>
                    <a:pt x="8689" y="0"/>
                    <a:pt x="8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4" name="Google Shape;1744;p36"/>
            <p:cNvSpPr/>
            <p:nvPr/>
          </p:nvSpPr>
          <p:spPr>
            <a:xfrm>
              <a:off x="6319825" y="3967450"/>
              <a:ext cx="358550" cy="155375"/>
            </a:xfrm>
            <a:custGeom>
              <a:rect b="b" l="l" r="r" t="t"/>
              <a:pathLst>
                <a:path extrusionOk="0" h="6215" w="14342">
                  <a:moveTo>
                    <a:pt x="12382" y="1"/>
                  </a:moveTo>
                  <a:cubicBezTo>
                    <a:pt x="12234" y="1"/>
                    <a:pt x="12075" y="14"/>
                    <a:pt x="11905" y="41"/>
                  </a:cubicBezTo>
                  <a:cubicBezTo>
                    <a:pt x="11905" y="41"/>
                    <a:pt x="7172" y="2111"/>
                    <a:pt x="3586" y="3516"/>
                  </a:cubicBezTo>
                  <a:cubicBezTo>
                    <a:pt x="0" y="4921"/>
                    <a:pt x="2034" y="6215"/>
                    <a:pt x="3438" y="6215"/>
                  </a:cubicBezTo>
                  <a:cubicBezTo>
                    <a:pt x="4880" y="6215"/>
                    <a:pt x="10389" y="4551"/>
                    <a:pt x="12422" y="3257"/>
                  </a:cubicBezTo>
                  <a:cubicBezTo>
                    <a:pt x="14341" y="2058"/>
                    <a:pt x="14259" y="1"/>
                    <a:pt x="123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5" name="Google Shape;1745;p36"/>
            <p:cNvSpPr/>
            <p:nvPr/>
          </p:nvSpPr>
          <p:spPr>
            <a:xfrm>
              <a:off x="6366950" y="3975850"/>
              <a:ext cx="291175" cy="139600"/>
            </a:xfrm>
            <a:custGeom>
              <a:rect b="b" l="l" r="r" t="t"/>
              <a:pathLst>
                <a:path extrusionOk="0" h="5584" w="11647">
                  <a:moveTo>
                    <a:pt x="10722" y="1"/>
                  </a:moveTo>
                  <a:cubicBezTo>
                    <a:pt x="10685" y="38"/>
                    <a:pt x="10648" y="38"/>
                    <a:pt x="10611" y="75"/>
                  </a:cubicBezTo>
                  <a:cubicBezTo>
                    <a:pt x="9724" y="629"/>
                    <a:pt x="8356" y="1221"/>
                    <a:pt x="6877" y="1738"/>
                  </a:cubicBezTo>
                  <a:cubicBezTo>
                    <a:pt x="5731" y="2145"/>
                    <a:pt x="4548" y="2515"/>
                    <a:pt x="3513" y="2773"/>
                  </a:cubicBezTo>
                  <a:cubicBezTo>
                    <a:pt x="2921" y="3032"/>
                    <a:pt x="2367" y="3254"/>
                    <a:pt x="1812" y="3476"/>
                  </a:cubicBezTo>
                  <a:cubicBezTo>
                    <a:pt x="1073" y="3772"/>
                    <a:pt x="629" y="4030"/>
                    <a:pt x="333" y="4252"/>
                  </a:cubicBezTo>
                  <a:cubicBezTo>
                    <a:pt x="75" y="4511"/>
                    <a:pt x="1" y="4696"/>
                    <a:pt x="1" y="4770"/>
                  </a:cubicBezTo>
                  <a:cubicBezTo>
                    <a:pt x="1" y="4881"/>
                    <a:pt x="38" y="4955"/>
                    <a:pt x="112" y="5029"/>
                  </a:cubicBezTo>
                  <a:cubicBezTo>
                    <a:pt x="185" y="5139"/>
                    <a:pt x="296" y="5213"/>
                    <a:pt x="444" y="5287"/>
                  </a:cubicBezTo>
                  <a:cubicBezTo>
                    <a:pt x="777" y="5472"/>
                    <a:pt x="1184" y="5583"/>
                    <a:pt x="1553" y="5583"/>
                  </a:cubicBezTo>
                  <a:lnTo>
                    <a:pt x="1590" y="5583"/>
                  </a:lnTo>
                  <a:cubicBezTo>
                    <a:pt x="1886" y="5583"/>
                    <a:pt x="2478" y="5472"/>
                    <a:pt x="3217" y="5287"/>
                  </a:cubicBezTo>
                  <a:cubicBezTo>
                    <a:pt x="3956" y="5139"/>
                    <a:pt x="4807" y="4881"/>
                    <a:pt x="5731" y="4585"/>
                  </a:cubicBezTo>
                  <a:cubicBezTo>
                    <a:pt x="7506" y="4030"/>
                    <a:pt x="9391" y="3291"/>
                    <a:pt x="10389" y="2662"/>
                  </a:cubicBezTo>
                  <a:cubicBezTo>
                    <a:pt x="11240" y="2108"/>
                    <a:pt x="11646" y="1405"/>
                    <a:pt x="11609" y="888"/>
                  </a:cubicBezTo>
                  <a:cubicBezTo>
                    <a:pt x="11609" y="629"/>
                    <a:pt x="11535" y="407"/>
                    <a:pt x="11351" y="259"/>
                  </a:cubicBezTo>
                  <a:cubicBezTo>
                    <a:pt x="11240" y="111"/>
                    <a:pt x="11018" y="38"/>
                    <a:pt x="1072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6" name="Google Shape;1746;p36"/>
            <p:cNvSpPr/>
            <p:nvPr/>
          </p:nvSpPr>
          <p:spPr>
            <a:xfrm>
              <a:off x="6351250" y="3960150"/>
              <a:ext cx="321650" cy="170075"/>
            </a:xfrm>
            <a:custGeom>
              <a:rect b="b" l="l" r="r" t="t"/>
              <a:pathLst>
                <a:path extrusionOk="0" h="6803" w="12866">
                  <a:moveTo>
                    <a:pt x="11128" y="629"/>
                  </a:moveTo>
                  <a:cubicBezTo>
                    <a:pt x="11572" y="629"/>
                    <a:pt x="11831" y="739"/>
                    <a:pt x="11979" y="887"/>
                  </a:cubicBezTo>
                  <a:cubicBezTo>
                    <a:pt x="12163" y="1035"/>
                    <a:pt x="12237" y="1257"/>
                    <a:pt x="12237" y="1516"/>
                  </a:cubicBezTo>
                  <a:cubicBezTo>
                    <a:pt x="12274" y="2033"/>
                    <a:pt x="11868" y="2736"/>
                    <a:pt x="11017" y="3290"/>
                  </a:cubicBezTo>
                  <a:cubicBezTo>
                    <a:pt x="10019" y="3919"/>
                    <a:pt x="8134" y="4658"/>
                    <a:pt x="6359" y="5213"/>
                  </a:cubicBezTo>
                  <a:cubicBezTo>
                    <a:pt x="5435" y="5509"/>
                    <a:pt x="4584" y="5767"/>
                    <a:pt x="3845" y="5915"/>
                  </a:cubicBezTo>
                  <a:cubicBezTo>
                    <a:pt x="3106" y="6100"/>
                    <a:pt x="2477" y="6211"/>
                    <a:pt x="2181" y="6211"/>
                  </a:cubicBezTo>
                  <a:cubicBezTo>
                    <a:pt x="1849" y="6211"/>
                    <a:pt x="1405" y="6100"/>
                    <a:pt x="1072" y="5915"/>
                  </a:cubicBezTo>
                  <a:cubicBezTo>
                    <a:pt x="924" y="5841"/>
                    <a:pt x="813" y="5767"/>
                    <a:pt x="740" y="5657"/>
                  </a:cubicBezTo>
                  <a:cubicBezTo>
                    <a:pt x="666" y="5583"/>
                    <a:pt x="629" y="5509"/>
                    <a:pt x="629" y="5398"/>
                  </a:cubicBezTo>
                  <a:cubicBezTo>
                    <a:pt x="629" y="5324"/>
                    <a:pt x="703" y="5139"/>
                    <a:pt x="961" y="4880"/>
                  </a:cubicBezTo>
                  <a:cubicBezTo>
                    <a:pt x="1257" y="4658"/>
                    <a:pt x="1701" y="4400"/>
                    <a:pt x="2440" y="4104"/>
                  </a:cubicBezTo>
                  <a:cubicBezTo>
                    <a:pt x="5763" y="2802"/>
                    <a:pt x="10101" y="929"/>
                    <a:pt x="10721" y="661"/>
                  </a:cubicBezTo>
                  <a:lnTo>
                    <a:pt x="10721" y="661"/>
                  </a:lnTo>
                  <a:lnTo>
                    <a:pt x="10722" y="666"/>
                  </a:lnTo>
                  <a:cubicBezTo>
                    <a:pt x="10869" y="629"/>
                    <a:pt x="11017" y="629"/>
                    <a:pt x="11128" y="629"/>
                  </a:cubicBezTo>
                  <a:close/>
                  <a:moveTo>
                    <a:pt x="11128" y="0"/>
                  </a:moveTo>
                  <a:cubicBezTo>
                    <a:pt x="10980" y="0"/>
                    <a:pt x="10796" y="0"/>
                    <a:pt x="10611" y="37"/>
                  </a:cubicBezTo>
                  <a:lnTo>
                    <a:pt x="10537" y="74"/>
                  </a:lnTo>
                  <a:cubicBezTo>
                    <a:pt x="10537" y="74"/>
                    <a:pt x="10241" y="185"/>
                    <a:pt x="9723" y="407"/>
                  </a:cubicBezTo>
                  <a:cubicBezTo>
                    <a:pt x="8245" y="1035"/>
                    <a:pt x="4880" y="2477"/>
                    <a:pt x="2218" y="3512"/>
                  </a:cubicBezTo>
                  <a:cubicBezTo>
                    <a:pt x="1442" y="3808"/>
                    <a:pt x="924" y="4104"/>
                    <a:pt x="555" y="4437"/>
                  </a:cubicBezTo>
                  <a:cubicBezTo>
                    <a:pt x="222" y="4732"/>
                    <a:pt x="0" y="5065"/>
                    <a:pt x="0" y="5398"/>
                  </a:cubicBezTo>
                  <a:cubicBezTo>
                    <a:pt x="0" y="5657"/>
                    <a:pt x="111" y="5878"/>
                    <a:pt x="259" y="6063"/>
                  </a:cubicBezTo>
                  <a:cubicBezTo>
                    <a:pt x="481" y="6322"/>
                    <a:pt x="777" y="6507"/>
                    <a:pt x="1146" y="6618"/>
                  </a:cubicBezTo>
                  <a:cubicBezTo>
                    <a:pt x="1479" y="6729"/>
                    <a:pt x="1849" y="6803"/>
                    <a:pt x="2181" y="6803"/>
                  </a:cubicBezTo>
                  <a:cubicBezTo>
                    <a:pt x="2588" y="6803"/>
                    <a:pt x="3217" y="6692"/>
                    <a:pt x="3956" y="6507"/>
                  </a:cubicBezTo>
                  <a:cubicBezTo>
                    <a:pt x="5102" y="6248"/>
                    <a:pt x="6544" y="5841"/>
                    <a:pt x="7912" y="5324"/>
                  </a:cubicBezTo>
                  <a:cubicBezTo>
                    <a:pt x="9243" y="4843"/>
                    <a:pt x="10537" y="4326"/>
                    <a:pt x="11350" y="3808"/>
                  </a:cubicBezTo>
                  <a:cubicBezTo>
                    <a:pt x="12348" y="3180"/>
                    <a:pt x="12866" y="2329"/>
                    <a:pt x="12866" y="1516"/>
                  </a:cubicBezTo>
                  <a:cubicBezTo>
                    <a:pt x="12866" y="1109"/>
                    <a:pt x="12718" y="703"/>
                    <a:pt x="12422" y="444"/>
                  </a:cubicBezTo>
                  <a:cubicBezTo>
                    <a:pt x="12090" y="148"/>
                    <a:pt x="11683" y="0"/>
                    <a:pt x="11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7" name="Google Shape;1747;p36"/>
            <p:cNvSpPr/>
            <p:nvPr/>
          </p:nvSpPr>
          <p:spPr>
            <a:xfrm>
              <a:off x="6287475" y="3882150"/>
              <a:ext cx="392175" cy="169525"/>
            </a:xfrm>
            <a:custGeom>
              <a:rect b="b" l="l" r="r" t="t"/>
              <a:pathLst>
                <a:path extrusionOk="0" h="6781" w="15687">
                  <a:moveTo>
                    <a:pt x="13608" y="0"/>
                  </a:moveTo>
                  <a:cubicBezTo>
                    <a:pt x="13436" y="0"/>
                    <a:pt x="13251" y="17"/>
                    <a:pt x="13051" y="51"/>
                  </a:cubicBezTo>
                  <a:cubicBezTo>
                    <a:pt x="13051" y="51"/>
                    <a:pt x="7875" y="2307"/>
                    <a:pt x="3919" y="3823"/>
                  </a:cubicBezTo>
                  <a:cubicBezTo>
                    <a:pt x="0" y="5375"/>
                    <a:pt x="2255" y="6780"/>
                    <a:pt x="3808" y="6780"/>
                  </a:cubicBezTo>
                  <a:cubicBezTo>
                    <a:pt x="5324" y="6780"/>
                    <a:pt x="11387" y="4969"/>
                    <a:pt x="13642" y="3564"/>
                  </a:cubicBezTo>
                  <a:cubicBezTo>
                    <a:pt x="15687" y="2269"/>
                    <a:pt x="15627" y="0"/>
                    <a:pt x="13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8" name="Google Shape;1748;p36"/>
            <p:cNvSpPr/>
            <p:nvPr/>
          </p:nvSpPr>
          <p:spPr>
            <a:xfrm>
              <a:off x="6338300" y="3891750"/>
              <a:ext cx="320750" cy="152525"/>
            </a:xfrm>
            <a:custGeom>
              <a:rect b="b" l="l" r="r" t="t"/>
              <a:pathLst>
                <a:path extrusionOk="0" h="6101" w="12830">
                  <a:moveTo>
                    <a:pt x="12090" y="0"/>
                  </a:moveTo>
                  <a:cubicBezTo>
                    <a:pt x="12053" y="0"/>
                    <a:pt x="12016" y="37"/>
                    <a:pt x="12016" y="37"/>
                  </a:cubicBezTo>
                  <a:cubicBezTo>
                    <a:pt x="10278" y="1109"/>
                    <a:pt x="6286" y="2440"/>
                    <a:pt x="3845" y="2995"/>
                  </a:cubicBezTo>
                  <a:cubicBezTo>
                    <a:pt x="3217" y="3254"/>
                    <a:pt x="2625" y="3512"/>
                    <a:pt x="2034" y="3734"/>
                  </a:cubicBezTo>
                  <a:cubicBezTo>
                    <a:pt x="1221" y="4067"/>
                    <a:pt x="703" y="4363"/>
                    <a:pt x="407" y="4622"/>
                  </a:cubicBezTo>
                  <a:cubicBezTo>
                    <a:pt x="74" y="4880"/>
                    <a:pt x="1" y="5065"/>
                    <a:pt x="1" y="5213"/>
                  </a:cubicBezTo>
                  <a:cubicBezTo>
                    <a:pt x="1" y="5287"/>
                    <a:pt x="38" y="5398"/>
                    <a:pt x="148" y="5509"/>
                  </a:cubicBezTo>
                  <a:cubicBezTo>
                    <a:pt x="222" y="5583"/>
                    <a:pt x="370" y="5694"/>
                    <a:pt x="555" y="5805"/>
                  </a:cubicBezTo>
                  <a:cubicBezTo>
                    <a:pt x="888" y="5989"/>
                    <a:pt x="1368" y="6100"/>
                    <a:pt x="1738" y="6100"/>
                  </a:cubicBezTo>
                  <a:lnTo>
                    <a:pt x="1775" y="6100"/>
                  </a:lnTo>
                  <a:cubicBezTo>
                    <a:pt x="2108" y="6100"/>
                    <a:pt x="2773" y="5989"/>
                    <a:pt x="3550" y="5805"/>
                  </a:cubicBezTo>
                  <a:cubicBezTo>
                    <a:pt x="4363" y="5620"/>
                    <a:pt x="5324" y="5324"/>
                    <a:pt x="6323" y="5028"/>
                  </a:cubicBezTo>
                  <a:cubicBezTo>
                    <a:pt x="8282" y="4400"/>
                    <a:pt x="10352" y="3586"/>
                    <a:pt x="11424" y="2921"/>
                  </a:cubicBezTo>
                  <a:cubicBezTo>
                    <a:pt x="12386" y="2329"/>
                    <a:pt x="12829" y="1516"/>
                    <a:pt x="12792" y="925"/>
                  </a:cubicBezTo>
                  <a:cubicBezTo>
                    <a:pt x="12792" y="629"/>
                    <a:pt x="12718" y="407"/>
                    <a:pt x="12534" y="222"/>
                  </a:cubicBezTo>
                  <a:cubicBezTo>
                    <a:pt x="12423" y="111"/>
                    <a:pt x="12275" y="37"/>
                    <a:pt x="1209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p36"/>
            <p:cNvSpPr/>
            <p:nvPr/>
          </p:nvSpPr>
          <p:spPr>
            <a:xfrm>
              <a:off x="6323525" y="3874175"/>
              <a:ext cx="350300" cy="184875"/>
            </a:xfrm>
            <a:custGeom>
              <a:rect b="b" l="l" r="r" t="t"/>
              <a:pathLst>
                <a:path extrusionOk="0" h="7395" w="14012">
                  <a:moveTo>
                    <a:pt x="12163" y="629"/>
                  </a:moveTo>
                  <a:cubicBezTo>
                    <a:pt x="12607" y="629"/>
                    <a:pt x="12903" y="740"/>
                    <a:pt x="13125" y="925"/>
                  </a:cubicBezTo>
                  <a:cubicBezTo>
                    <a:pt x="13309" y="1110"/>
                    <a:pt x="13383" y="1332"/>
                    <a:pt x="13383" y="1628"/>
                  </a:cubicBezTo>
                  <a:cubicBezTo>
                    <a:pt x="13420" y="2219"/>
                    <a:pt x="12977" y="3032"/>
                    <a:pt x="12015" y="3624"/>
                  </a:cubicBezTo>
                  <a:cubicBezTo>
                    <a:pt x="10943" y="4289"/>
                    <a:pt x="8873" y="5103"/>
                    <a:pt x="6914" y="5731"/>
                  </a:cubicBezTo>
                  <a:cubicBezTo>
                    <a:pt x="5915" y="6027"/>
                    <a:pt x="4954" y="6323"/>
                    <a:pt x="4141" y="6508"/>
                  </a:cubicBezTo>
                  <a:cubicBezTo>
                    <a:pt x="3364" y="6692"/>
                    <a:pt x="2699" y="6803"/>
                    <a:pt x="2366" y="6803"/>
                  </a:cubicBezTo>
                  <a:cubicBezTo>
                    <a:pt x="1959" y="6803"/>
                    <a:pt x="1479" y="6692"/>
                    <a:pt x="1146" y="6508"/>
                  </a:cubicBezTo>
                  <a:cubicBezTo>
                    <a:pt x="961" y="6397"/>
                    <a:pt x="813" y="6286"/>
                    <a:pt x="739" y="6212"/>
                  </a:cubicBezTo>
                  <a:cubicBezTo>
                    <a:pt x="629" y="6101"/>
                    <a:pt x="592" y="5990"/>
                    <a:pt x="592" y="5916"/>
                  </a:cubicBezTo>
                  <a:cubicBezTo>
                    <a:pt x="592" y="5768"/>
                    <a:pt x="665" y="5583"/>
                    <a:pt x="998" y="5325"/>
                  </a:cubicBezTo>
                  <a:cubicBezTo>
                    <a:pt x="1294" y="5066"/>
                    <a:pt x="1812" y="4770"/>
                    <a:pt x="2625" y="4437"/>
                  </a:cubicBezTo>
                  <a:cubicBezTo>
                    <a:pt x="6268" y="2994"/>
                    <a:pt x="11030" y="943"/>
                    <a:pt x="11682" y="662"/>
                  </a:cubicBezTo>
                  <a:lnTo>
                    <a:pt x="11682" y="662"/>
                  </a:lnTo>
                  <a:lnTo>
                    <a:pt x="11683" y="666"/>
                  </a:lnTo>
                  <a:cubicBezTo>
                    <a:pt x="11831" y="629"/>
                    <a:pt x="12015" y="629"/>
                    <a:pt x="12163" y="629"/>
                  </a:cubicBezTo>
                  <a:close/>
                  <a:moveTo>
                    <a:pt x="12163" y="1"/>
                  </a:moveTo>
                  <a:cubicBezTo>
                    <a:pt x="11978" y="1"/>
                    <a:pt x="11794" y="38"/>
                    <a:pt x="11572" y="75"/>
                  </a:cubicBezTo>
                  <a:lnTo>
                    <a:pt x="11498" y="75"/>
                  </a:lnTo>
                  <a:cubicBezTo>
                    <a:pt x="11498" y="75"/>
                    <a:pt x="11165" y="223"/>
                    <a:pt x="10611" y="444"/>
                  </a:cubicBezTo>
                  <a:cubicBezTo>
                    <a:pt x="8984" y="1147"/>
                    <a:pt x="5324" y="2700"/>
                    <a:pt x="2366" y="3883"/>
                  </a:cubicBezTo>
                  <a:cubicBezTo>
                    <a:pt x="1553" y="4178"/>
                    <a:pt x="961" y="4511"/>
                    <a:pt x="592" y="4844"/>
                  </a:cubicBezTo>
                  <a:cubicBezTo>
                    <a:pt x="222" y="5177"/>
                    <a:pt x="0" y="5546"/>
                    <a:pt x="0" y="5916"/>
                  </a:cubicBezTo>
                  <a:cubicBezTo>
                    <a:pt x="0" y="6175"/>
                    <a:pt x="111" y="6397"/>
                    <a:pt x="259" y="6582"/>
                  </a:cubicBezTo>
                  <a:cubicBezTo>
                    <a:pt x="481" y="6877"/>
                    <a:pt x="813" y="7062"/>
                    <a:pt x="1183" y="7210"/>
                  </a:cubicBezTo>
                  <a:cubicBezTo>
                    <a:pt x="1553" y="7321"/>
                    <a:pt x="1959" y="7395"/>
                    <a:pt x="2366" y="7395"/>
                  </a:cubicBezTo>
                  <a:cubicBezTo>
                    <a:pt x="2810" y="7395"/>
                    <a:pt x="3475" y="7284"/>
                    <a:pt x="4289" y="7099"/>
                  </a:cubicBezTo>
                  <a:cubicBezTo>
                    <a:pt x="5546" y="6803"/>
                    <a:pt x="7098" y="6323"/>
                    <a:pt x="8614" y="5805"/>
                  </a:cubicBezTo>
                  <a:cubicBezTo>
                    <a:pt x="10093" y="5288"/>
                    <a:pt x="11461" y="4696"/>
                    <a:pt x="12348" y="4142"/>
                  </a:cubicBezTo>
                  <a:cubicBezTo>
                    <a:pt x="13420" y="3439"/>
                    <a:pt x="14012" y="2515"/>
                    <a:pt x="14012" y="1628"/>
                  </a:cubicBezTo>
                  <a:cubicBezTo>
                    <a:pt x="14012" y="1184"/>
                    <a:pt x="13864" y="777"/>
                    <a:pt x="13531" y="481"/>
                  </a:cubicBezTo>
                  <a:cubicBezTo>
                    <a:pt x="13199" y="186"/>
                    <a:pt x="12718" y="1"/>
                    <a:pt x="12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0" name="Google Shape;1750;p36"/>
            <p:cNvSpPr/>
            <p:nvPr/>
          </p:nvSpPr>
          <p:spPr>
            <a:xfrm>
              <a:off x="6297625" y="3803775"/>
              <a:ext cx="392475" cy="169325"/>
            </a:xfrm>
            <a:custGeom>
              <a:rect b="b" l="l" r="r" t="t"/>
              <a:pathLst>
                <a:path extrusionOk="0" h="6773" w="15699">
                  <a:moveTo>
                    <a:pt x="13576" y="0"/>
                  </a:moveTo>
                  <a:cubicBezTo>
                    <a:pt x="13413" y="0"/>
                    <a:pt x="13239" y="14"/>
                    <a:pt x="13051" y="44"/>
                  </a:cubicBezTo>
                  <a:cubicBezTo>
                    <a:pt x="13051" y="44"/>
                    <a:pt x="7876" y="2299"/>
                    <a:pt x="3957" y="3852"/>
                  </a:cubicBezTo>
                  <a:cubicBezTo>
                    <a:pt x="1" y="5368"/>
                    <a:pt x="2256" y="6773"/>
                    <a:pt x="3809" y="6773"/>
                  </a:cubicBezTo>
                  <a:cubicBezTo>
                    <a:pt x="5362" y="6773"/>
                    <a:pt x="11388" y="4961"/>
                    <a:pt x="13643" y="3556"/>
                  </a:cubicBezTo>
                  <a:cubicBezTo>
                    <a:pt x="15699" y="2254"/>
                    <a:pt x="15627" y="0"/>
                    <a:pt x="13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1" name="Google Shape;1751;p36"/>
            <p:cNvSpPr/>
            <p:nvPr/>
          </p:nvSpPr>
          <p:spPr>
            <a:xfrm>
              <a:off x="6341075" y="3803950"/>
              <a:ext cx="335525" cy="169150"/>
            </a:xfrm>
            <a:custGeom>
              <a:rect b="b" l="l" r="r" t="t"/>
              <a:pathLst>
                <a:path extrusionOk="0" h="6766" w="13421">
                  <a:moveTo>
                    <a:pt x="11868" y="0"/>
                  </a:moveTo>
                  <a:cubicBezTo>
                    <a:pt x="11683" y="0"/>
                    <a:pt x="11535" y="0"/>
                    <a:pt x="11313" y="37"/>
                  </a:cubicBezTo>
                  <a:cubicBezTo>
                    <a:pt x="11313" y="37"/>
                    <a:pt x="6138" y="2292"/>
                    <a:pt x="2219" y="3845"/>
                  </a:cubicBezTo>
                  <a:cubicBezTo>
                    <a:pt x="592" y="4473"/>
                    <a:pt x="0" y="5065"/>
                    <a:pt x="0" y="5583"/>
                  </a:cubicBezTo>
                  <a:cubicBezTo>
                    <a:pt x="0" y="6285"/>
                    <a:pt x="1147" y="6766"/>
                    <a:pt x="2071" y="6766"/>
                  </a:cubicBezTo>
                  <a:cubicBezTo>
                    <a:pt x="3624" y="6766"/>
                    <a:pt x="9650" y="4954"/>
                    <a:pt x="11905" y="3549"/>
                  </a:cubicBezTo>
                  <a:cubicBezTo>
                    <a:pt x="11905" y="3549"/>
                    <a:pt x="11942" y="3512"/>
                    <a:pt x="11979" y="3512"/>
                  </a:cubicBezTo>
                  <a:cubicBezTo>
                    <a:pt x="12164" y="3364"/>
                    <a:pt x="12349" y="3216"/>
                    <a:pt x="12533" y="3069"/>
                  </a:cubicBezTo>
                  <a:cubicBezTo>
                    <a:pt x="13125" y="2514"/>
                    <a:pt x="13421" y="1886"/>
                    <a:pt x="13421" y="1331"/>
                  </a:cubicBezTo>
                  <a:cubicBezTo>
                    <a:pt x="13421" y="592"/>
                    <a:pt x="12903" y="0"/>
                    <a:pt x="11868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2" name="Google Shape;1752;p36"/>
            <p:cNvSpPr/>
            <p:nvPr/>
          </p:nvSpPr>
          <p:spPr>
            <a:xfrm>
              <a:off x="6333675" y="3795625"/>
              <a:ext cx="350325" cy="185800"/>
            </a:xfrm>
            <a:custGeom>
              <a:rect b="b" l="l" r="r" t="t"/>
              <a:pathLst>
                <a:path extrusionOk="0" h="7432" w="14013">
                  <a:moveTo>
                    <a:pt x="12164" y="629"/>
                  </a:moveTo>
                  <a:cubicBezTo>
                    <a:pt x="12608" y="629"/>
                    <a:pt x="12903" y="777"/>
                    <a:pt x="13125" y="925"/>
                  </a:cubicBezTo>
                  <a:cubicBezTo>
                    <a:pt x="13310" y="1109"/>
                    <a:pt x="13384" y="1331"/>
                    <a:pt x="13421" y="1664"/>
                  </a:cubicBezTo>
                  <a:cubicBezTo>
                    <a:pt x="13421" y="2219"/>
                    <a:pt x="12977" y="3032"/>
                    <a:pt x="12016" y="3623"/>
                  </a:cubicBezTo>
                  <a:cubicBezTo>
                    <a:pt x="10944" y="4289"/>
                    <a:pt x="8874" y="5102"/>
                    <a:pt x="6914" y="5731"/>
                  </a:cubicBezTo>
                  <a:cubicBezTo>
                    <a:pt x="5916" y="6027"/>
                    <a:pt x="4955" y="6322"/>
                    <a:pt x="4141" y="6507"/>
                  </a:cubicBezTo>
                  <a:cubicBezTo>
                    <a:pt x="3365" y="6692"/>
                    <a:pt x="2700" y="6803"/>
                    <a:pt x="2367" y="6803"/>
                  </a:cubicBezTo>
                  <a:cubicBezTo>
                    <a:pt x="1960" y="6803"/>
                    <a:pt x="1480" y="6692"/>
                    <a:pt x="1147" y="6507"/>
                  </a:cubicBezTo>
                  <a:cubicBezTo>
                    <a:pt x="962" y="6433"/>
                    <a:pt x="814" y="6322"/>
                    <a:pt x="740" y="6211"/>
                  </a:cubicBezTo>
                  <a:cubicBezTo>
                    <a:pt x="629" y="6100"/>
                    <a:pt x="592" y="6027"/>
                    <a:pt x="592" y="5916"/>
                  </a:cubicBezTo>
                  <a:cubicBezTo>
                    <a:pt x="592" y="5805"/>
                    <a:pt x="666" y="5583"/>
                    <a:pt x="999" y="5324"/>
                  </a:cubicBezTo>
                  <a:cubicBezTo>
                    <a:pt x="1295" y="5065"/>
                    <a:pt x="1812" y="4770"/>
                    <a:pt x="2626" y="4437"/>
                  </a:cubicBezTo>
                  <a:cubicBezTo>
                    <a:pt x="6544" y="2884"/>
                    <a:pt x="11757" y="666"/>
                    <a:pt x="11757" y="666"/>
                  </a:cubicBezTo>
                  <a:lnTo>
                    <a:pt x="11751" y="654"/>
                  </a:lnTo>
                  <a:lnTo>
                    <a:pt x="11751" y="654"/>
                  </a:lnTo>
                  <a:cubicBezTo>
                    <a:pt x="11905" y="629"/>
                    <a:pt x="12035" y="629"/>
                    <a:pt x="12164" y="629"/>
                  </a:cubicBezTo>
                  <a:close/>
                  <a:moveTo>
                    <a:pt x="12164" y="0"/>
                  </a:moveTo>
                  <a:cubicBezTo>
                    <a:pt x="11979" y="0"/>
                    <a:pt x="11794" y="37"/>
                    <a:pt x="11572" y="74"/>
                  </a:cubicBezTo>
                  <a:lnTo>
                    <a:pt x="11499" y="74"/>
                  </a:lnTo>
                  <a:cubicBezTo>
                    <a:pt x="11499" y="74"/>
                    <a:pt x="11166" y="222"/>
                    <a:pt x="10648" y="481"/>
                  </a:cubicBezTo>
                  <a:cubicBezTo>
                    <a:pt x="8985" y="1183"/>
                    <a:pt x="5324" y="2736"/>
                    <a:pt x="2367" y="3882"/>
                  </a:cubicBezTo>
                  <a:cubicBezTo>
                    <a:pt x="1553" y="4215"/>
                    <a:pt x="962" y="4511"/>
                    <a:pt x="592" y="4843"/>
                  </a:cubicBezTo>
                  <a:cubicBezTo>
                    <a:pt x="223" y="5176"/>
                    <a:pt x="1" y="5546"/>
                    <a:pt x="1" y="5916"/>
                  </a:cubicBezTo>
                  <a:cubicBezTo>
                    <a:pt x="1" y="6174"/>
                    <a:pt x="112" y="6433"/>
                    <a:pt x="259" y="6618"/>
                  </a:cubicBezTo>
                  <a:cubicBezTo>
                    <a:pt x="481" y="6877"/>
                    <a:pt x="851" y="7062"/>
                    <a:pt x="1184" y="7210"/>
                  </a:cubicBezTo>
                  <a:cubicBezTo>
                    <a:pt x="1553" y="7357"/>
                    <a:pt x="1960" y="7431"/>
                    <a:pt x="2367" y="7431"/>
                  </a:cubicBezTo>
                  <a:cubicBezTo>
                    <a:pt x="2810" y="7431"/>
                    <a:pt x="3476" y="7284"/>
                    <a:pt x="4289" y="7099"/>
                  </a:cubicBezTo>
                  <a:cubicBezTo>
                    <a:pt x="5546" y="6803"/>
                    <a:pt x="7099" y="6359"/>
                    <a:pt x="8615" y="5805"/>
                  </a:cubicBezTo>
                  <a:cubicBezTo>
                    <a:pt x="10094" y="5287"/>
                    <a:pt x="11462" y="4696"/>
                    <a:pt x="12349" y="4141"/>
                  </a:cubicBezTo>
                  <a:cubicBezTo>
                    <a:pt x="13458" y="3476"/>
                    <a:pt x="14013" y="2514"/>
                    <a:pt x="14013" y="1664"/>
                  </a:cubicBezTo>
                  <a:cubicBezTo>
                    <a:pt x="14013" y="1220"/>
                    <a:pt x="13865" y="777"/>
                    <a:pt x="13532" y="481"/>
                  </a:cubicBezTo>
                  <a:cubicBezTo>
                    <a:pt x="13199" y="185"/>
                    <a:pt x="12719" y="0"/>
                    <a:pt x="12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3" name="Google Shape;1753;p36"/>
            <p:cNvSpPr/>
            <p:nvPr/>
          </p:nvSpPr>
          <p:spPr>
            <a:xfrm>
              <a:off x="4942650" y="1866675"/>
              <a:ext cx="849425" cy="1047800"/>
            </a:xfrm>
            <a:custGeom>
              <a:rect b="b" l="l" r="r" t="t"/>
              <a:pathLst>
                <a:path extrusionOk="0" h="41912" w="33977">
                  <a:moveTo>
                    <a:pt x="14309" y="0"/>
                  </a:moveTo>
                  <a:cubicBezTo>
                    <a:pt x="14309" y="0"/>
                    <a:pt x="4216" y="6470"/>
                    <a:pt x="2108" y="8984"/>
                  </a:cubicBezTo>
                  <a:cubicBezTo>
                    <a:pt x="1" y="11535"/>
                    <a:pt x="962" y="16859"/>
                    <a:pt x="1110" y="18560"/>
                  </a:cubicBezTo>
                  <a:cubicBezTo>
                    <a:pt x="1258" y="20223"/>
                    <a:pt x="1406" y="31462"/>
                    <a:pt x="2367" y="33274"/>
                  </a:cubicBezTo>
                  <a:cubicBezTo>
                    <a:pt x="3333" y="35063"/>
                    <a:pt x="6205" y="41911"/>
                    <a:pt x="15275" y="41911"/>
                  </a:cubicBezTo>
                  <a:cubicBezTo>
                    <a:pt x="15575" y="41911"/>
                    <a:pt x="15881" y="41904"/>
                    <a:pt x="16194" y="41888"/>
                  </a:cubicBezTo>
                  <a:cubicBezTo>
                    <a:pt x="23255" y="41592"/>
                    <a:pt x="26805" y="35825"/>
                    <a:pt x="28210" y="32165"/>
                  </a:cubicBezTo>
                  <a:cubicBezTo>
                    <a:pt x="29614" y="28505"/>
                    <a:pt x="29910" y="24290"/>
                    <a:pt x="29910" y="24290"/>
                  </a:cubicBezTo>
                  <a:cubicBezTo>
                    <a:pt x="29910" y="24290"/>
                    <a:pt x="33977" y="23588"/>
                    <a:pt x="33977" y="20223"/>
                  </a:cubicBezTo>
                  <a:cubicBezTo>
                    <a:pt x="33977" y="17022"/>
                    <a:pt x="33173" y="13318"/>
                    <a:pt x="31439" y="13318"/>
                  </a:cubicBezTo>
                  <a:cubicBezTo>
                    <a:pt x="31351" y="13318"/>
                    <a:pt x="31260" y="13327"/>
                    <a:pt x="31167" y="13347"/>
                  </a:cubicBezTo>
                  <a:cubicBezTo>
                    <a:pt x="30206" y="13569"/>
                    <a:pt x="28912" y="15750"/>
                    <a:pt x="28912" y="15750"/>
                  </a:cubicBezTo>
                  <a:cubicBezTo>
                    <a:pt x="28912" y="15750"/>
                    <a:pt x="23588" y="12238"/>
                    <a:pt x="19078" y="7025"/>
                  </a:cubicBezTo>
                  <a:cubicBezTo>
                    <a:pt x="14604" y="1812"/>
                    <a:pt x="14309" y="0"/>
                    <a:pt x="14309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4" name="Google Shape;1754;p36"/>
            <p:cNvSpPr/>
            <p:nvPr/>
          </p:nvSpPr>
          <p:spPr>
            <a:xfrm>
              <a:off x="4970400" y="1866675"/>
              <a:ext cx="695050" cy="401125"/>
            </a:xfrm>
            <a:custGeom>
              <a:rect b="b" l="l" r="r" t="t"/>
              <a:pathLst>
                <a:path extrusionOk="0" h="16045" w="27802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20307" y="16045"/>
                    <a:pt x="26183" y="16045"/>
                  </a:cubicBezTo>
                  <a:cubicBezTo>
                    <a:pt x="26742" y="16045"/>
                    <a:pt x="27285" y="15952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5" name="Google Shape;1755;p36"/>
            <p:cNvSpPr/>
            <p:nvPr/>
          </p:nvSpPr>
          <p:spPr>
            <a:xfrm>
              <a:off x="4968550" y="2285850"/>
              <a:ext cx="823525" cy="628625"/>
            </a:xfrm>
            <a:custGeom>
              <a:rect b="b" l="l" r="r" t="t"/>
              <a:pathLst>
                <a:path extrusionOk="0" h="25145" w="32941">
                  <a:moveTo>
                    <a:pt x="3235" y="0"/>
                  </a:moveTo>
                  <a:cubicBezTo>
                    <a:pt x="3026" y="0"/>
                    <a:pt x="2810" y="6"/>
                    <a:pt x="2588" y="18"/>
                  </a:cubicBezTo>
                  <a:cubicBezTo>
                    <a:pt x="1479" y="92"/>
                    <a:pt x="666" y="536"/>
                    <a:pt x="0" y="1090"/>
                  </a:cubicBezTo>
                  <a:cubicBezTo>
                    <a:pt x="37" y="1349"/>
                    <a:pt x="74" y="1608"/>
                    <a:pt x="74" y="1793"/>
                  </a:cubicBezTo>
                  <a:cubicBezTo>
                    <a:pt x="222" y="3456"/>
                    <a:pt x="370" y="14695"/>
                    <a:pt x="1331" y="16507"/>
                  </a:cubicBezTo>
                  <a:cubicBezTo>
                    <a:pt x="2297" y="18296"/>
                    <a:pt x="5169" y="25144"/>
                    <a:pt x="14239" y="25144"/>
                  </a:cubicBezTo>
                  <a:cubicBezTo>
                    <a:pt x="14539" y="25144"/>
                    <a:pt x="14845" y="25137"/>
                    <a:pt x="15158" y="25121"/>
                  </a:cubicBezTo>
                  <a:cubicBezTo>
                    <a:pt x="22219" y="24825"/>
                    <a:pt x="25769" y="19058"/>
                    <a:pt x="27174" y="15398"/>
                  </a:cubicBezTo>
                  <a:cubicBezTo>
                    <a:pt x="28578" y="11738"/>
                    <a:pt x="28874" y="7523"/>
                    <a:pt x="28874" y="7523"/>
                  </a:cubicBezTo>
                  <a:cubicBezTo>
                    <a:pt x="28874" y="7523"/>
                    <a:pt x="32941" y="6821"/>
                    <a:pt x="32941" y="3456"/>
                  </a:cubicBezTo>
                  <a:cubicBezTo>
                    <a:pt x="32941" y="2791"/>
                    <a:pt x="32904" y="2088"/>
                    <a:pt x="32830" y="1386"/>
                  </a:cubicBezTo>
                  <a:cubicBezTo>
                    <a:pt x="32719" y="2458"/>
                    <a:pt x="32497" y="3641"/>
                    <a:pt x="32054" y="4602"/>
                  </a:cubicBezTo>
                  <a:cubicBezTo>
                    <a:pt x="31225" y="6421"/>
                    <a:pt x="29447" y="6673"/>
                    <a:pt x="28528" y="6673"/>
                  </a:cubicBezTo>
                  <a:cubicBezTo>
                    <a:pt x="28176" y="6673"/>
                    <a:pt x="27950" y="6636"/>
                    <a:pt x="27950" y="6636"/>
                  </a:cubicBezTo>
                  <a:cubicBezTo>
                    <a:pt x="27950" y="6636"/>
                    <a:pt x="26101" y="16248"/>
                    <a:pt x="23587" y="19206"/>
                  </a:cubicBezTo>
                  <a:cubicBezTo>
                    <a:pt x="21937" y="21148"/>
                    <a:pt x="18421" y="22899"/>
                    <a:pt x="14265" y="22899"/>
                  </a:cubicBezTo>
                  <a:cubicBezTo>
                    <a:pt x="12091" y="22899"/>
                    <a:pt x="9743" y="22420"/>
                    <a:pt x="7394" y="21239"/>
                  </a:cubicBezTo>
                  <a:cubicBezTo>
                    <a:pt x="555" y="17838"/>
                    <a:pt x="1479" y="9409"/>
                    <a:pt x="1479" y="9409"/>
                  </a:cubicBezTo>
                  <a:cubicBezTo>
                    <a:pt x="1479" y="9409"/>
                    <a:pt x="5583" y="9409"/>
                    <a:pt x="7172" y="5527"/>
                  </a:cubicBezTo>
                  <a:cubicBezTo>
                    <a:pt x="8677" y="1853"/>
                    <a:pt x="6936" y="0"/>
                    <a:pt x="3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6" name="Google Shape;1756;p36"/>
            <p:cNvSpPr/>
            <p:nvPr/>
          </p:nvSpPr>
          <p:spPr>
            <a:xfrm>
              <a:off x="4968550" y="2286300"/>
              <a:ext cx="823525" cy="628525"/>
            </a:xfrm>
            <a:custGeom>
              <a:rect b="b" l="l" r="r" t="t"/>
              <a:pathLst>
                <a:path extrusionOk="0" h="25141" w="32941">
                  <a:moveTo>
                    <a:pt x="2588" y="0"/>
                  </a:moveTo>
                  <a:cubicBezTo>
                    <a:pt x="1479" y="74"/>
                    <a:pt x="666" y="518"/>
                    <a:pt x="0" y="1072"/>
                  </a:cubicBezTo>
                  <a:cubicBezTo>
                    <a:pt x="37" y="1331"/>
                    <a:pt x="74" y="1553"/>
                    <a:pt x="74" y="1775"/>
                  </a:cubicBezTo>
                  <a:cubicBezTo>
                    <a:pt x="222" y="3401"/>
                    <a:pt x="370" y="14197"/>
                    <a:pt x="1294" y="16378"/>
                  </a:cubicBezTo>
                  <a:cubicBezTo>
                    <a:pt x="1294" y="16415"/>
                    <a:pt x="1331" y="16452"/>
                    <a:pt x="1331" y="16489"/>
                  </a:cubicBezTo>
                  <a:cubicBezTo>
                    <a:pt x="1405" y="16637"/>
                    <a:pt x="1479" y="16785"/>
                    <a:pt x="1590" y="16970"/>
                  </a:cubicBezTo>
                  <a:cubicBezTo>
                    <a:pt x="1664" y="17155"/>
                    <a:pt x="1812" y="17376"/>
                    <a:pt x="1923" y="17598"/>
                  </a:cubicBezTo>
                  <a:cubicBezTo>
                    <a:pt x="2255" y="18227"/>
                    <a:pt x="2699" y="19003"/>
                    <a:pt x="3327" y="19816"/>
                  </a:cubicBezTo>
                  <a:cubicBezTo>
                    <a:pt x="3475" y="20038"/>
                    <a:pt x="3623" y="20260"/>
                    <a:pt x="3808" y="20482"/>
                  </a:cubicBezTo>
                  <a:cubicBezTo>
                    <a:pt x="3919" y="20593"/>
                    <a:pt x="3993" y="20667"/>
                    <a:pt x="4067" y="20778"/>
                  </a:cubicBezTo>
                  <a:cubicBezTo>
                    <a:pt x="6026" y="22996"/>
                    <a:pt x="9169" y="25140"/>
                    <a:pt x="14271" y="25140"/>
                  </a:cubicBezTo>
                  <a:cubicBezTo>
                    <a:pt x="14567" y="25140"/>
                    <a:pt x="14862" y="25140"/>
                    <a:pt x="15158" y="25103"/>
                  </a:cubicBezTo>
                  <a:cubicBezTo>
                    <a:pt x="16748" y="25029"/>
                    <a:pt x="18190" y="24697"/>
                    <a:pt x="19447" y="24142"/>
                  </a:cubicBezTo>
                  <a:cubicBezTo>
                    <a:pt x="19853" y="23957"/>
                    <a:pt x="20223" y="23772"/>
                    <a:pt x="20593" y="23587"/>
                  </a:cubicBezTo>
                  <a:lnTo>
                    <a:pt x="20630" y="23550"/>
                  </a:lnTo>
                  <a:cubicBezTo>
                    <a:pt x="20852" y="23403"/>
                    <a:pt x="21073" y="23292"/>
                    <a:pt x="21295" y="23144"/>
                  </a:cubicBezTo>
                  <a:cubicBezTo>
                    <a:pt x="22811" y="22109"/>
                    <a:pt x="24031" y="20815"/>
                    <a:pt x="24992" y="19484"/>
                  </a:cubicBezTo>
                  <a:cubicBezTo>
                    <a:pt x="25140" y="19299"/>
                    <a:pt x="25251" y="19114"/>
                    <a:pt x="25399" y="18892"/>
                  </a:cubicBezTo>
                  <a:cubicBezTo>
                    <a:pt x="25584" y="18596"/>
                    <a:pt x="25769" y="18301"/>
                    <a:pt x="25953" y="18005"/>
                  </a:cubicBezTo>
                  <a:cubicBezTo>
                    <a:pt x="26064" y="17783"/>
                    <a:pt x="26175" y="17598"/>
                    <a:pt x="26286" y="17376"/>
                  </a:cubicBezTo>
                  <a:cubicBezTo>
                    <a:pt x="26656" y="16674"/>
                    <a:pt x="26952" y="16008"/>
                    <a:pt x="27174" y="15380"/>
                  </a:cubicBezTo>
                  <a:cubicBezTo>
                    <a:pt x="28578" y="11720"/>
                    <a:pt x="28874" y="7505"/>
                    <a:pt x="28874" y="7505"/>
                  </a:cubicBezTo>
                  <a:cubicBezTo>
                    <a:pt x="28874" y="7505"/>
                    <a:pt x="32941" y="6803"/>
                    <a:pt x="32941" y="3438"/>
                  </a:cubicBezTo>
                  <a:cubicBezTo>
                    <a:pt x="32941" y="2773"/>
                    <a:pt x="32904" y="2070"/>
                    <a:pt x="32830" y="1368"/>
                  </a:cubicBezTo>
                  <a:cubicBezTo>
                    <a:pt x="32719" y="2440"/>
                    <a:pt x="32497" y="3623"/>
                    <a:pt x="32054" y="4584"/>
                  </a:cubicBezTo>
                  <a:cubicBezTo>
                    <a:pt x="31203" y="6433"/>
                    <a:pt x="29392" y="6655"/>
                    <a:pt x="28467" y="6655"/>
                  </a:cubicBezTo>
                  <a:cubicBezTo>
                    <a:pt x="28135" y="6655"/>
                    <a:pt x="27950" y="6618"/>
                    <a:pt x="27950" y="6618"/>
                  </a:cubicBezTo>
                  <a:cubicBezTo>
                    <a:pt x="27950" y="6618"/>
                    <a:pt x="26101" y="16230"/>
                    <a:pt x="23587" y="19188"/>
                  </a:cubicBezTo>
                  <a:cubicBezTo>
                    <a:pt x="21961" y="21147"/>
                    <a:pt x="18411" y="22885"/>
                    <a:pt x="14271" y="22885"/>
                  </a:cubicBezTo>
                  <a:cubicBezTo>
                    <a:pt x="12090" y="22885"/>
                    <a:pt x="9760" y="22404"/>
                    <a:pt x="7394" y="21221"/>
                  </a:cubicBezTo>
                  <a:cubicBezTo>
                    <a:pt x="1997" y="18522"/>
                    <a:pt x="1442" y="12718"/>
                    <a:pt x="1405" y="10389"/>
                  </a:cubicBezTo>
                  <a:cubicBezTo>
                    <a:pt x="1405" y="9760"/>
                    <a:pt x="1479" y="9391"/>
                    <a:pt x="1479" y="9391"/>
                  </a:cubicBezTo>
                  <a:cubicBezTo>
                    <a:pt x="1479" y="9391"/>
                    <a:pt x="5583" y="9391"/>
                    <a:pt x="7172" y="5509"/>
                  </a:cubicBezTo>
                  <a:cubicBezTo>
                    <a:pt x="7542" y="4584"/>
                    <a:pt x="7727" y="3808"/>
                    <a:pt x="7727" y="3143"/>
                  </a:cubicBezTo>
                  <a:cubicBezTo>
                    <a:pt x="7727" y="1035"/>
                    <a:pt x="6026" y="0"/>
                    <a:pt x="3254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7" name="Google Shape;1757;p36"/>
            <p:cNvSpPr/>
            <p:nvPr/>
          </p:nvSpPr>
          <p:spPr>
            <a:xfrm>
              <a:off x="5305900" y="2213275"/>
              <a:ext cx="281000" cy="281000"/>
            </a:xfrm>
            <a:custGeom>
              <a:rect b="b" l="l" r="r" t="t"/>
              <a:pathLst>
                <a:path extrusionOk="0" h="11240" w="1124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2514"/>
                    <a:pt x="8725" y="0"/>
                    <a:pt x="56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p36"/>
            <p:cNvSpPr/>
            <p:nvPr/>
          </p:nvSpPr>
          <p:spPr>
            <a:xfrm>
              <a:off x="5305900" y="2213275"/>
              <a:ext cx="281000" cy="281000"/>
            </a:xfrm>
            <a:custGeom>
              <a:rect b="b" l="l" r="r" t="t"/>
              <a:pathLst>
                <a:path extrusionOk="0" h="11240" w="1124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3624"/>
                    <a:pt x="10204" y="1886"/>
                    <a:pt x="8652" y="888"/>
                  </a:cubicBezTo>
                  <a:cubicBezTo>
                    <a:pt x="8504" y="814"/>
                    <a:pt x="8393" y="740"/>
                    <a:pt x="8282" y="666"/>
                  </a:cubicBezTo>
                  <a:cubicBezTo>
                    <a:pt x="7468" y="222"/>
                    <a:pt x="6581" y="0"/>
                    <a:pt x="562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9" name="Google Shape;1759;p36"/>
            <p:cNvSpPr/>
            <p:nvPr/>
          </p:nvSpPr>
          <p:spPr>
            <a:xfrm>
              <a:off x="4970400" y="1866675"/>
              <a:ext cx="695050" cy="401150"/>
            </a:xfrm>
            <a:custGeom>
              <a:rect b="b" l="l" r="r" t="t"/>
              <a:pathLst>
                <a:path extrusionOk="0" h="16046" w="27802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16970" y="11683"/>
                    <a:pt x="21702" y="14530"/>
                  </a:cubicBezTo>
                  <a:cubicBezTo>
                    <a:pt x="21813" y="14604"/>
                    <a:pt x="21924" y="14678"/>
                    <a:pt x="22072" y="14752"/>
                  </a:cubicBezTo>
                  <a:cubicBezTo>
                    <a:pt x="23439" y="15528"/>
                    <a:pt x="24844" y="16046"/>
                    <a:pt x="26175" y="16046"/>
                  </a:cubicBezTo>
                  <a:cubicBezTo>
                    <a:pt x="26730" y="16046"/>
                    <a:pt x="27284" y="15935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0" name="Google Shape;1760;p36"/>
            <p:cNvSpPr/>
            <p:nvPr/>
          </p:nvSpPr>
          <p:spPr>
            <a:xfrm>
              <a:off x="5512925" y="2229900"/>
              <a:ext cx="9275" cy="5575"/>
            </a:xfrm>
            <a:custGeom>
              <a:rect b="b" l="l" r="r" t="t"/>
              <a:pathLst>
                <a:path extrusionOk="0" h="223" w="371">
                  <a:moveTo>
                    <a:pt x="371" y="223"/>
                  </a:moveTo>
                  <a:cubicBezTo>
                    <a:pt x="223" y="149"/>
                    <a:pt x="112" y="75"/>
                    <a:pt x="1" y="1"/>
                  </a:cubicBezTo>
                  <a:cubicBezTo>
                    <a:pt x="112" y="75"/>
                    <a:pt x="223" y="149"/>
                    <a:pt x="371" y="2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1" name="Google Shape;1761;p36"/>
            <p:cNvSpPr/>
            <p:nvPr/>
          </p:nvSpPr>
          <p:spPr>
            <a:xfrm>
              <a:off x="4953750" y="1859125"/>
              <a:ext cx="846650" cy="1063075"/>
            </a:xfrm>
            <a:custGeom>
              <a:rect b="b" l="l" r="r" t="t"/>
              <a:pathLst>
                <a:path extrusionOk="0" h="42523" w="33866">
                  <a:moveTo>
                    <a:pt x="13708" y="776"/>
                  </a:moveTo>
                  <a:cubicBezTo>
                    <a:pt x="14019" y="1589"/>
                    <a:pt x="15032" y="3606"/>
                    <a:pt x="18412" y="7512"/>
                  </a:cubicBezTo>
                  <a:cubicBezTo>
                    <a:pt x="22959" y="12762"/>
                    <a:pt x="28283" y="16274"/>
                    <a:pt x="28320" y="16311"/>
                  </a:cubicBezTo>
                  <a:cubicBezTo>
                    <a:pt x="28394" y="16348"/>
                    <a:pt x="28468" y="16348"/>
                    <a:pt x="28542" y="16348"/>
                  </a:cubicBezTo>
                  <a:cubicBezTo>
                    <a:pt x="28616" y="16311"/>
                    <a:pt x="28690" y="16274"/>
                    <a:pt x="28764" y="16200"/>
                  </a:cubicBezTo>
                  <a:cubicBezTo>
                    <a:pt x="28764" y="16200"/>
                    <a:pt x="28764" y="16163"/>
                    <a:pt x="28801" y="16089"/>
                  </a:cubicBezTo>
                  <a:cubicBezTo>
                    <a:pt x="28912" y="15904"/>
                    <a:pt x="29244" y="15386"/>
                    <a:pt x="29651" y="14906"/>
                  </a:cubicBezTo>
                  <a:cubicBezTo>
                    <a:pt x="29836" y="14647"/>
                    <a:pt x="30058" y="14425"/>
                    <a:pt x="30280" y="14277"/>
                  </a:cubicBezTo>
                  <a:cubicBezTo>
                    <a:pt x="30464" y="14092"/>
                    <a:pt x="30649" y="13982"/>
                    <a:pt x="30797" y="13945"/>
                  </a:cubicBezTo>
                  <a:cubicBezTo>
                    <a:pt x="30871" y="13945"/>
                    <a:pt x="30945" y="13908"/>
                    <a:pt x="31019" y="13908"/>
                  </a:cubicBezTo>
                  <a:cubicBezTo>
                    <a:pt x="31315" y="13908"/>
                    <a:pt x="31610" y="14092"/>
                    <a:pt x="31869" y="14425"/>
                  </a:cubicBezTo>
                  <a:cubicBezTo>
                    <a:pt x="32313" y="14980"/>
                    <a:pt x="32683" y="15904"/>
                    <a:pt x="32904" y="17013"/>
                  </a:cubicBezTo>
                  <a:cubicBezTo>
                    <a:pt x="33126" y="18085"/>
                    <a:pt x="33237" y="19342"/>
                    <a:pt x="33237" y="20525"/>
                  </a:cubicBezTo>
                  <a:cubicBezTo>
                    <a:pt x="33237" y="21302"/>
                    <a:pt x="33015" y="21930"/>
                    <a:pt x="32646" y="22411"/>
                  </a:cubicBezTo>
                  <a:cubicBezTo>
                    <a:pt x="32128" y="23150"/>
                    <a:pt x="31315" y="23631"/>
                    <a:pt x="30649" y="23927"/>
                  </a:cubicBezTo>
                  <a:cubicBezTo>
                    <a:pt x="30280" y="24075"/>
                    <a:pt x="29984" y="24149"/>
                    <a:pt x="29762" y="24222"/>
                  </a:cubicBezTo>
                  <a:cubicBezTo>
                    <a:pt x="29651" y="24259"/>
                    <a:pt x="29577" y="24259"/>
                    <a:pt x="29503" y="24296"/>
                  </a:cubicBezTo>
                  <a:lnTo>
                    <a:pt x="29429" y="24296"/>
                  </a:lnTo>
                  <a:cubicBezTo>
                    <a:pt x="29281" y="24333"/>
                    <a:pt x="29170" y="24444"/>
                    <a:pt x="29170" y="24592"/>
                  </a:cubicBezTo>
                  <a:cubicBezTo>
                    <a:pt x="29170" y="24592"/>
                    <a:pt x="29170" y="24629"/>
                    <a:pt x="29133" y="24777"/>
                  </a:cubicBezTo>
                  <a:cubicBezTo>
                    <a:pt x="29059" y="25590"/>
                    <a:pt x="28690" y="29213"/>
                    <a:pt x="27507" y="32356"/>
                  </a:cubicBezTo>
                  <a:cubicBezTo>
                    <a:pt x="26804" y="34168"/>
                    <a:pt x="25584" y="36460"/>
                    <a:pt x="23662" y="38382"/>
                  </a:cubicBezTo>
                  <a:cubicBezTo>
                    <a:pt x="21776" y="40268"/>
                    <a:pt x="19188" y="41747"/>
                    <a:pt x="15750" y="41894"/>
                  </a:cubicBezTo>
                  <a:cubicBezTo>
                    <a:pt x="15454" y="41894"/>
                    <a:pt x="15159" y="41931"/>
                    <a:pt x="14863" y="41931"/>
                  </a:cubicBezTo>
                  <a:cubicBezTo>
                    <a:pt x="10389" y="41931"/>
                    <a:pt x="7506" y="40231"/>
                    <a:pt x="5546" y="38345"/>
                  </a:cubicBezTo>
                  <a:cubicBezTo>
                    <a:pt x="4585" y="37421"/>
                    <a:pt x="3883" y="36386"/>
                    <a:pt x="3328" y="35535"/>
                  </a:cubicBezTo>
                  <a:cubicBezTo>
                    <a:pt x="2810" y="34648"/>
                    <a:pt x="2441" y="33909"/>
                    <a:pt x="2219" y="33428"/>
                  </a:cubicBezTo>
                  <a:cubicBezTo>
                    <a:pt x="2108" y="33280"/>
                    <a:pt x="1997" y="32911"/>
                    <a:pt x="1923" y="32430"/>
                  </a:cubicBezTo>
                  <a:cubicBezTo>
                    <a:pt x="1590" y="30766"/>
                    <a:pt x="1369" y="27735"/>
                    <a:pt x="1221" y="24925"/>
                  </a:cubicBezTo>
                  <a:cubicBezTo>
                    <a:pt x="1110" y="22115"/>
                    <a:pt x="1036" y="19564"/>
                    <a:pt x="999" y="18825"/>
                  </a:cubicBezTo>
                  <a:cubicBezTo>
                    <a:pt x="925" y="17937"/>
                    <a:pt x="629" y="16237"/>
                    <a:pt x="629" y="14388"/>
                  </a:cubicBezTo>
                  <a:cubicBezTo>
                    <a:pt x="629" y="12540"/>
                    <a:pt x="925" y="10654"/>
                    <a:pt x="1886" y="9508"/>
                  </a:cubicBezTo>
                  <a:cubicBezTo>
                    <a:pt x="2404" y="8917"/>
                    <a:pt x="3402" y="8029"/>
                    <a:pt x="4659" y="7068"/>
                  </a:cubicBezTo>
                  <a:cubicBezTo>
                    <a:pt x="6507" y="5626"/>
                    <a:pt x="8837" y="3999"/>
                    <a:pt x="10722" y="2742"/>
                  </a:cubicBezTo>
                  <a:cubicBezTo>
                    <a:pt x="11683" y="2114"/>
                    <a:pt x="12497" y="1559"/>
                    <a:pt x="13088" y="1190"/>
                  </a:cubicBezTo>
                  <a:cubicBezTo>
                    <a:pt x="13338" y="1018"/>
                    <a:pt x="13548" y="879"/>
                    <a:pt x="13708" y="776"/>
                  </a:cubicBezTo>
                  <a:close/>
                  <a:moveTo>
                    <a:pt x="13875" y="1"/>
                  </a:moveTo>
                  <a:cubicBezTo>
                    <a:pt x="13814" y="1"/>
                    <a:pt x="13759" y="22"/>
                    <a:pt x="13717" y="44"/>
                  </a:cubicBezTo>
                  <a:cubicBezTo>
                    <a:pt x="13717" y="44"/>
                    <a:pt x="11166" y="1670"/>
                    <a:pt x="8393" y="3593"/>
                  </a:cubicBezTo>
                  <a:cubicBezTo>
                    <a:pt x="6988" y="4554"/>
                    <a:pt x="5509" y="5626"/>
                    <a:pt x="4252" y="6587"/>
                  </a:cubicBezTo>
                  <a:cubicBezTo>
                    <a:pt x="3032" y="7549"/>
                    <a:pt x="1997" y="8436"/>
                    <a:pt x="1405" y="9101"/>
                  </a:cubicBezTo>
                  <a:cubicBezTo>
                    <a:pt x="296" y="10469"/>
                    <a:pt x="1" y="12503"/>
                    <a:pt x="1" y="14388"/>
                  </a:cubicBezTo>
                  <a:cubicBezTo>
                    <a:pt x="1" y="16274"/>
                    <a:pt x="296" y="18048"/>
                    <a:pt x="370" y="18862"/>
                  </a:cubicBezTo>
                  <a:cubicBezTo>
                    <a:pt x="444" y="19675"/>
                    <a:pt x="518" y="22928"/>
                    <a:pt x="666" y="26182"/>
                  </a:cubicBezTo>
                  <a:cubicBezTo>
                    <a:pt x="777" y="27809"/>
                    <a:pt x="888" y="29435"/>
                    <a:pt x="1036" y="30803"/>
                  </a:cubicBezTo>
                  <a:cubicBezTo>
                    <a:pt x="1110" y="31469"/>
                    <a:pt x="1221" y="32060"/>
                    <a:pt x="1295" y="32578"/>
                  </a:cubicBezTo>
                  <a:cubicBezTo>
                    <a:pt x="1405" y="33058"/>
                    <a:pt x="1516" y="33465"/>
                    <a:pt x="1664" y="33724"/>
                  </a:cubicBezTo>
                  <a:cubicBezTo>
                    <a:pt x="1886" y="34168"/>
                    <a:pt x="2256" y="34944"/>
                    <a:pt x="2810" y="35831"/>
                  </a:cubicBezTo>
                  <a:cubicBezTo>
                    <a:pt x="3661" y="37199"/>
                    <a:pt x="4918" y="38900"/>
                    <a:pt x="6840" y="40231"/>
                  </a:cubicBezTo>
                  <a:cubicBezTo>
                    <a:pt x="8800" y="41562"/>
                    <a:pt x="11388" y="42523"/>
                    <a:pt x="14863" y="42523"/>
                  </a:cubicBezTo>
                  <a:lnTo>
                    <a:pt x="15750" y="42523"/>
                  </a:lnTo>
                  <a:cubicBezTo>
                    <a:pt x="19373" y="42338"/>
                    <a:pt x="22109" y="40785"/>
                    <a:pt x="24105" y="38789"/>
                  </a:cubicBezTo>
                  <a:cubicBezTo>
                    <a:pt x="26102" y="36829"/>
                    <a:pt x="27359" y="34426"/>
                    <a:pt x="28061" y="32578"/>
                  </a:cubicBezTo>
                  <a:cubicBezTo>
                    <a:pt x="29304" y="29392"/>
                    <a:pt x="29668" y="25795"/>
                    <a:pt x="29745" y="24860"/>
                  </a:cubicBezTo>
                  <a:lnTo>
                    <a:pt x="29745" y="24860"/>
                  </a:lnTo>
                  <a:cubicBezTo>
                    <a:pt x="30118" y="24769"/>
                    <a:pt x="30873" y="24565"/>
                    <a:pt x="31647" y="24112"/>
                  </a:cubicBezTo>
                  <a:cubicBezTo>
                    <a:pt x="32202" y="23779"/>
                    <a:pt x="32757" y="23335"/>
                    <a:pt x="33163" y="22781"/>
                  </a:cubicBezTo>
                  <a:cubicBezTo>
                    <a:pt x="33570" y="22189"/>
                    <a:pt x="33866" y="21450"/>
                    <a:pt x="33866" y="20525"/>
                  </a:cubicBezTo>
                  <a:cubicBezTo>
                    <a:pt x="33866" y="18899"/>
                    <a:pt x="33644" y="17161"/>
                    <a:pt x="33200" y="15793"/>
                  </a:cubicBezTo>
                  <a:cubicBezTo>
                    <a:pt x="32978" y="15091"/>
                    <a:pt x="32720" y="14499"/>
                    <a:pt x="32387" y="14056"/>
                  </a:cubicBezTo>
                  <a:cubicBezTo>
                    <a:pt x="32017" y="13612"/>
                    <a:pt x="31537" y="13316"/>
                    <a:pt x="31019" y="13316"/>
                  </a:cubicBezTo>
                  <a:cubicBezTo>
                    <a:pt x="30908" y="13316"/>
                    <a:pt x="30760" y="13316"/>
                    <a:pt x="30649" y="13353"/>
                  </a:cubicBezTo>
                  <a:cubicBezTo>
                    <a:pt x="30316" y="13427"/>
                    <a:pt x="30021" y="13649"/>
                    <a:pt x="29762" y="13871"/>
                  </a:cubicBezTo>
                  <a:cubicBezTo>
                    <a:pt x="29193" y="14414"/>
                    <a:pt x="28661" y="15173"/>
                    <a:pt x="28392" y="15581"/>
                  </a:cubicBezTo>
                  <a:lnTo>
                    <a:pt x="28392" y="15581"/>
                  </a:lnTo>
                  <a:cubicBezTo>
                    <a:pt x="27251" y="14793"/>
                    <a:pt x="22729" y="11599"/>
                    <a:pt x="18893" y="7142"/>
                  </a:cubicBezTo>
                  <a:cubicBezTo>
                    <a:pt x="16637" y="4554"/>
                    <a:pt x="15454" y="2816"/>
                    <a:pt x="14863" y="1707"/>
                  </a:cubicBezTo>
                  <a:cubicBezTo>
                    <a:pt x="14530" y="1190"/>
                    <a:pt x="14382" y="783"/>
                    <a:pt x="14271" y="561"/>
                  </a:cubicBezTo>
                  <a:cubicBezTo>
                    <a:pt x="14234" y="450"/>
                    <a:pt x="14197" y="376"/>
                    <a:pt x="14197" y="302"/>
                  </a:cubicBezTo>
                  <a:lnTo>
                    <a:pt x="14197" y="265"/>
                  </a:lnTo>
                  <a:cubicBezTo>
                    <a:pt x="14160" y="155"/>
                    <a:pt x="14086" y="81"/>
                    <a:pt x="14012" y="44"/>
                  </a:cubicBezTo>
                  <a:cubicBezTo>
                    <a:pt x="13966" y="12"/>
                    <a:pt x="13919" y="1"/>
                    <a:pt x="13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2" name="Google Shape;1762;p36"/>
            <p:cNvSpPr/>
            <p:nvPr/>
          </p:nvSpPr>
          <p:spPr>
            <a:xfrm>
              <a:off x="4911225" y="2165200"/>
              <a:ext cx="287475" cy="288400"/>
            </a:xfrm>
            <a:custGeom>
              <a:rect b="b" l="l" r="r" t="t"/>
              <a:pathLst>
                <a:path extrusionOk="0" h="11536" w="11499">
                  <a:moveTo>
                    <a:pt x="5731" y="1"/>
                  </a:moveTo>
                  <a:cubicBezTo>
                    <a:pt x="2552" y="1"/>
                    <a:pt x="1" y="2589"/>
                    <a:pt x="1" y="5768"/>
                  </a:cubicBezTo>
                  <a:cubicBezTo>
                    <a:pt x="1" y="8948"/>
                    <a:pt x="2552" y="11536"/>
                    <a:pt x="5731" y="11536"/>
                  </a:cubicBezTo>
                  <a:cubicBezTo>
                    <a:pt x="8911" y="11536"/>
                    <a:pt x="11499" y="8948"/>
                    <a:pt x="11499" y="5768"/>
                  </a:cubicBezTo>
                  <a:cubicBezTo>
                    <a:pt x="11499" y="2589"/>
                    <a:pt x="8911" y="1"/>
                    <a:pt x="57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3" name="Google Shape;1763;p36"/>
            <p:cNvSpPr/>
            <p:nvPr/>
          </p:nvSpPr>
          <p:spPr>
            <a:xfrm>
              <a:off x="4936200" y="2265950"/>
              <a:ext cx="262500" cy="187650"/>
            </a:xfrm>
            <a:custGeom>
              <a:rect b="b" l="l" r="r" t="t"/>
              <a:pathLst>
                <a:path extrusionOk="0" h="7506" w="10500">
                  <a:moveTo>
                    <a:pt x="10241" y="1"/>
                  </a:moveTo>
                  <a:cubicBezTo>
                    <a:pt x="9760" y="1036"/>
                    <a:pt x="9169" y="1849"/>
                    <a:pt x="8577" y="1886"/>
                  </a:cubicBezTo>
                  <a:cubicBezTo>
                    <a:pt x="8232" y="1919"/>
                    <a:pt x="7936" y="1932"/>
                    <a:pt x="7674" y="1932"/>
                  </a:cubicBezTo>
                  <a:cubicBezTo>
                    <a:pt x="6621" y="1932"/>
                    <a:pt x="6125" y="1720"/>
                    <a:pt x="5209" y="1720"/>
                  </a:cubicBezTo>
                  <a:cubicBezTo>
                    <a:pt x="5063" y="1720"/>
                    <a:pt x="4905" y="1726"/>
                    <a:pt x="4732" y="1738"/>
                  </a:cubicBezTo>
                  <a:cubicBezTo>
                    <a:pt x="3771" y="1775"/>
                    <a:pt x="1479" y="3661"/>
                    <a:pt x="0" y="4955"/>
                  </a:cubicBezTo>
                  <a:cubicBezTo>
                    <a:pt x="1035" y="6471"/>
                    <a:pt x="2773" y="7506"/>
                    <a:pt x="4732" y="7506"/>
                  </a:cubicBezTo>
                  <a:cubicBezTo>
                    <a:pt x="7912" y="7506"/>
                    <a:pt x="10500" y="4918"/>
                    <a:pt x="10500" y="1738"/>
                  </a:cubicBezTo>
                  <a:cubicBezTo>
                    <a:pt x="10500" y="1110"/>
                    <a:pt x="10426" y="555"/>
                    <a:pt x="102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4" name="Google Shape;1764;p36"/>
            <p:cNvSpPr/>
            <p:nvPr/>
          </p:nvSpPr>
          <p:spPr>
            <a:xfrm>
              <a:off x="4902925" y="2157825"/>
              <a:ext cx="303175" cy="303175"/>
            </a:xfrm>
            <a:custGeom>
              <a:rect b="b" l="l" r="r" t="t"/>
              <a:pathLst>
                <a:path extrusionOk="0" h="12127" w="12127">
                  <a:moveTo>
                    <a:pt x="6063" y="592"/>
                  </a:moveTo>
                  <a:cubicBezTo>
                    <a:pt x="7579" y="592"/>
                    <a:pt x="8947" y="1220"/>
                    <a:pt x="9945" y="2218"/>
                  </a:cubicBezTo>
                  <a:cubicBezTo>
                    <a:pt x="10907" y="3180"/>
                    <a:pt x="11535" y="4548"/>
                    <a:pt x="11535" y="6063"/>
                  </a:cubicBezTo>
                  <a:cubicBezTo>
                    <a:pt x="11535" y="7542"/>
                    <a:pt x="10907" y="8910"/>
                    <a:pt x="9945" y="9908"/>
                  </a:cubicBezTo>
                  <a:cubicBezTo>
                    <a:pt x="8947" y="10907"/>
                    <a:pt x="7579" y="11498"/>
                    <a:pt x="6063" y="11498"/>
                  </a:cubicBezTo>
                  <a:cubicBezTo>
                    <a:pt x="4585" y="11498"/>
                    <a:pt x="3217" y="10907"/>
                    <a:pt x="2218" y="9908"/>
                  </a:cubicBezTo>
                  <a:cubicBezTo>
                    <a:pt x="1220" y="8910"/>
                    <a:pt x="629" y="7542"/>
                    <a:pt x="629" y="6063"/>
                  </a:cubicBezTo>
                  <a:cubicBezTo>
                    <a:pt x="629" y="4548"/>
                    <a:pt x="1220" y="3180"/>
                    <a:pt x="2218" y="2218"/>
                  </a:cubicBezTo>
                  <a:cubicBezTo>
                    <a:pt x="3217" y="1220"/>
                    <a:pt x="4585" y="592"/>
                    <a:pt x="6063" y="592"/>
                  </a:cubicBezTo>
                  <a:close/>
                  <a:moveTo>
                    <a:pt x="6063" y="0"/>
                  </a:moveTo>
                  <a:cubicBezTo>
                    <a:pt x="2736" y="0"/>
                    <a:pt x="0" y="2699"/>
                    <a:pt x="0" y="6063"/>
                  </a:cubicBezTo>
                  <a:cubicBezTo>
                    <a:pt x="0" y="9391"/>
                    <a:pt x="2736" y="12127"/>
                    <a:pt x="6063" y="12127"/>
                  </a:cubicBezTo>
                  <a:cubicBezTo>
                    <a:pt x="9428" y="12127"/>
                    <a:pt x="12127" y="9391"/>
                    <a:pt x="12127" y="6063"/>
                  </a:cubicBezTo>
                  <a:cubicBezTo>
                    <a:pt x="12127" y="2699"/>
                    <a:pt x="9428" y="0"/>
                    <a:pt x="6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5" name="Google Shape;1765;p36"/>
            <p:cNvSpPr/>
            <p:nvPr/>
          </p:nvSpPr>
          <p:spPr>
            <a:xfrm>
              <a:off x="5304050" y="2165200"/>
              <a:ext cx="288400" cy="288400"/>
            </a:xfrm>
            <a:custGeom>
              <a:rect b="b" l="l" r="r" t="t"/>
              <a:pathLst>
                <a:path extrusionOk="0" h="11536" w="11536">
                  <a:moveTo>
                    <a:pt x="5768" y="1"/>
                  </a:moveTo>
                  <a:cubicBezTo>
                    <a:pt x="2588" y="1"/>
                    <a:pt x="0" y="2589"/>
                    <a:pt x="0" y="5768"/>
                  </a:cubicBezTo>
                  <a:cubicBezTo>
                    <a:pt x="0" y="8948"/>
                    <a:pt x="2588" y="11536"/>
                    <a:pt x="5768" y="11536"/>
                  </a:cubicBezTo>
                  <a:cubicBezTo>
                    <a:pt x="8947" y="11536"/>
                    <a:pt x="11535" y="8948"/>
                    <a:pt x="11535" y="5768"/>
                  </a:cubicBezTo>
                  <a:cubicBezTo>
                    <a:pt x="11535" y="2589"/>
                    <a:pt x="8947" y="1"/>
                    <a:pt x="5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6" name="Google Shape;1766;p36"/>
            <p:cNvSpPr/>
            <p:nvPr/>
          </p:nvSpPr>
          <p:spPr>
            <a:xfrm>
              <a:off x="5318825" y="2264100"/>
              <a:ext cx="273625" cy="189500"/>
            </a:xfrm>
            <a:custGeom>
              <a:rect b="b" l="l" r="r" t="t"/>
              <a:pathLst>
                <a:path extrusionOk="0" h="7580" w="10945">
                  <a:moveTo>
                    <a:pt x="10649" y="1"/>
                  </a:moveTo>
                  <a:cubicBezTo>
                    <a:pt x="9701" y="1685"/>
                    <a:pt x="8654" y="2154"/>
                    <a:pt x="7554" y="2154"/>
                  </a:cubicBezTo>
                  <a:cubicBezTo>
                    <a:pt x="6337" y="2154"/>
                    <a:pt x="5054" y="1579"/>
                    <a:pt x="3772" y="1443"/>
                  </a:cubicBezTo>
                  <a:cubicBezTo>
                    <a:pt x="3709" y="1436"/>
                    <a:pt x="3646" y="1433"/>
                    <a:pt x="3583" y="1433"/>
                  </a:cubicBezTo>
                  <a:cubicBezTo>
                    <a:pt x="2177" y="1433"/>
                    <a:pt x="886" y="2981"/>
                    <a:pt x="1" y="4326"/>
                  </a:cubicBezTo>
                  <a:cubicBezTo>
                    <a:pt x="925" y="6249"/>
                    <a:pt x="2885" y="7580"/>
                    <a:pt x="5177" y="7580"/>
                  </a:cubicBezTo>
                  <a:cubicBezTo>
                    <a:pt x="8356" y="7580"/>
                    <a:pt x="10944" y="4992"/>
                    <a:pt x="10944" y="1812"/>
                  </a:cubicBezTo>
                  <a:cubicBezTo>
                    <a:pt x="10944" y="1184"/>
                    <a:pt x="10833" y="555"/>
                    <a:pt x="10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p36"/>
            <p:cNvSpPr/>
            <p:nvPr/>
          </p:nvSpPr>
          <p:spPr>
            <a:xfrm>
              <a:off x="5296650" y="2157825"/>
              <a:ext cx="303200" cy="303175"/>
            </a:xfrm>
            <a:custGeom>
              <a:rect b="b" l="l" r="r" t="t"/>
              <a:pathLst>
                <a:path extrusionOk="0" h="12127" w="12128">
                  <a:moveTo>
                    <a:pt x="6064" y="592"/>
                  </a:moveTo>
                  <a:cubicBezTo>
                    <a:pt x="7580" y="592"/>
                    <a:pt x="8911" y="1220"/>
                    <a:pt x="9909" y="2218"/>
                  </a:cubicBezTo>
                  <a:cubicBezTo>
                    <a:pt x="10907" y="3180"/>
                    <a:pt x="11499" y="4548"/>
                    <a:pt x="11499" y="6063"/>
                  </a:cubicBezTo>
                  <a:cubicBezTo>
                    <a:pt x="11499" y="7542"/>
                    <a:pt x="10907" y="8910"/>
                    <a:pt x="9909" y="9908"/>
                  </a:cubicBezTo>
                  <a:cubicBezTo>
                    <a:pt x="8911" y="10907"/>
                    <a:pt x="7580" y="11498"/>
                    <a:pt x="6064" y="11498"/>
                  </a:cubicBezTo>
                  <a:cubicBezTo>
                    <a:pt x="4548" y="11498"/>
                    <a:pt x="3180" y="10907"/>
                    <a:pt x="2219" y="9908"/>
                  </a:cubicBezTo>
                  <a:cubicBezTo>
                    <a:pt x="1221" y="8910"/>
                    <a:pt x="592" y="7542"/>
                    <a:pt x="592" y="6063"/>
                  </a:cubicBezTo>
                  <a:cubicBezTo>
                    <a:pt x="592" y="4548"/>
                    <a:pt x="1221" y="3180"/>
                    <a:pt x="2219" y="2218"/>
                  </a:cubicBezTo>
                  <a:cubicBezTo>
                    <a:pt x="3180" y="1220"/>
                    <a:pt x="4548" y="592"/>
                    <a:pt x="6064" y="592"/>
                  </a:cubicBezTo>
                  <a:close/>
                  <a:moveTo>
                    <a:pt x="6064" y="0"/>
                  </a:moveTo>
                  <a:cubicBezTo>
                    <a:pt x="2700" y="0"/>
                    <a:pt x="1" y="2699"/>
                    <a:pt x="1" y="6063"/>
                  </a:cubicBezTo>
                  <a:cubicBezTo>
                    <a:pt x="1" y="9391"/>
                    <a:pt x="2700" y="12127"/>
                    <a:pt x="6064" y="12127"/>
                  </a:cubicBezTo>
                  <a:cubicBezTo>
                    <a:pt x="9391" y="12127"/>
                    <a:pt x="12127" y="9391"/>
                    <a:pt x="12127" y="6063"/>
                  </a:cubicBezTo>
                  <a:cubicBezTo>
                    <a:pt x="12127" y="2699"/>
                    <a:pt x="9391" y="0"/>
                    <a:pt x="6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8" name="Google Shape;1768;p36"/>
            <p:cNvSpPr/>
            <p:nvPr/>
          </p:nvSpPr>
          <p:spPr>
            <a:xfrm>
              <a:off x="5190375" y="2221600"/>
              <a:ext cx="129400" cy="39075"/>
            </a:xfrm>
            <a:custGeom>
              <a:rect b="b" l="l" r="r" t="t"/>
              <a:pathLst>
                <a:path extrusionOk="0" h="1563" w="5176">
                  <a:moveTo>
                    <a:pt x="2736" y="0"/>
                  </a:moveTo>
                  <a:cubicBezTo>
                    <a:pt x="1257" y="37"/>
                    <a:pt x="148" y="998"/>
                    <a:pt x="148" y="1035"/>
                  </a:cubicBezTo>
                  <a:cubicBezTo>
                    <a:pt x="0" y="1146"/>
                    <a:pt x="0" y="1331"/>
                    <a:pt x="111" y="1442"/>
                  </a:cubicBezTo>
                  <a:cubicBezTo>
                    <a:pt x="170" y="1521"/>
                    <a:pt x="251" y="1558"/>
                    <a:pt x="336" y="1558"/>
                  </a:cubicBezTo>
                  <a:cubicBezTo>
                    <a:pt x="409" y="1558"/>
                    <a:pt x="486" y="1530"/>
                    <a:pt x="555" y="1479"/>
                  </a:cubicBezTo>
                  <a:cubicBezTo>
                    <a:pt x="629" y="1405"/>
                    <a:pt x="1627" y="629"/>
                    <a:pt x="2736" y="629"/>
                  </a:cubicBezTo>
                  <a:cubicBezTo>
                    <a:pt x="3327" y="629"/>
                    <a:pt x="3956" y="814"/>
                    <a:pt x="4621" y="1479"/>
                  </a:cubicBezTo>
                  <a:cubicBezTo>
                    <a:pt x="4677" y="1534"/>
                    <a:pt x="4751" y="1562"/>
                    <a:pt x="4829" y="1562"/>
                  </a:cubicBezTo>
                  <a:cubicBezTo>
                    <a:pt x="4908" y="1562"/>
                    <a:pt x="4991" y="1534"/>
                    <a:pt x="5065" y="1479"/>
                  </a:cubicBezTo>
                  <a:cubicBezTo>
                    <a:pt x="5176" y="1368"/>
                    <a:pt x="5176" y="1146"/>
                    <a:pt x="5065" y="1035"/>
                  </a:cubicBezTo>
                  <a:cubicBezTo>
                    <a:pt x="4289" y="296"/>
                    <a:pt x="3475" y="0"/>
                    <a:pt x="2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9" name="Google Shape;1769;p36"/>
            <p:cNvSpPr/>
            <p:nvPr/>
          </p:nvSpPr>
          <p:spPr>
            <a:xfrm>
              <a:off x="4993500" y="2059850"/>
              <a:ext cx="154375" cy="74650"/>
            </a:xfrm>
            <a:custGeom>
              <a:rect b="b" l="l" r="r" t="t"/>
              <a:pathLst>
                <a:path extrusionOk="0" h="2986" w="6175">
                  <a:moveTo>
                    <a:pt x="4807" y="0"/>
                  </a:moveTo>
                  <a:cubicBezTo>
                    <a:pt x="3328" y="0"/>
                    <a:pt x="2145" y="629"/>
                    <a:pt x="1331" y="1257"/>
                  </a:cubicBezTo>
                  <a:cubicBezTo>
                    <a:pt x="555" y="1849"/>
                    <a:pt x="111" y="2477"/>
                    <a:pt x="111" y="2477"/>
                  </a:cubicBezTo>
                  <a:cubicBezTo>
                    <a:pt x="0" y="2625"/>
                    <a:pt x="37" y="2810"/>
                    <a:pt x="185" y="2921"/>
                  </a:cubicBezTo>
                  <a:cubicBezTo>
                    <a:pt x="229" y="2965"/>
                    <a:pt x="290" y="2985"/>
                    <a:pt x="352" y="2985"/>
                  </a:cubicBezTo>
                  <a:cubicBezTo>
                    <a:pt x="448" y="2985"/>
                    <a:pt x="547" y="2937"/>
                    <a:pt x="592" y="2847"/>
                  </a:cubicBezTo>
                  <a:lnTo>
                    <a:pt x="629" y="2847"/>
                  </a:lnTo>
                  <a:cubicBezTo>
                    <a:pt x="703" y="2699"/>
                    <a:pt x="1146" y="2145"/>
                    <a:pt x="1849" y="1627"/>
                  </a:cubicBezTo>
                  <a:cubicBezTo>
                    <a:pt x="2588" y="1109"/>
                    <a:pt x="3586" y="629"/>
                    <a:pt x="4807" y="629"/>
                  </a:cubicBezTo>
                  <a:cubicBezTo>
                    <a:pt x="5102" y="629"/>
                    <a:pt x="5435" y="666"/>
                    <a:pt x="5768" y="740"/>
                  </a:cubicBezTo>
                  <a:cubicBezTo>
                    <a:pt x="5787" y="744"/>
                    <a:pt x="5807" y="747"/>
                    <a:pt x="5827" y="747"/>
                  </a:cubicBezTo>
                  <a:cubicBezTo>
                    <a:pt x="5961" y="747"/>
                    <a:pt x="6105" y="642"/>
                    <a:pt x="6137" y="481"/>
                  </a:cubicBezTo>
                  <a:cubicBezTo>
                    <a:pt x="6174" y="333"/>
                    <a:pt x="6064" y="148"/>
                    <a:pt x="5879" y="111"/>
                  </a:cubicBezTo>
                  <a:cubicBezTo>
                    <a:pt x="5509" y="37"/>
                    <a:pt x="5139" y="0"/>
                    <a:pt x="4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0" name="Google Shape;1770;p36"/>
            <p:cNvSpPr/>
            <p:nvPr/>
          </p:nvSpPr>
          <p:spPr>
            <a:xfrm>
              <a:off x="5316075" y="2049675"/>
              <a:ext cx="183025" cy="81200"/>
            </a:xfrm>
            <a:custGeom>
              <a:rect b="b" l="l" r="r" t="t"/>
              <a:pathLst>
                <a:path extrusionOk="0" h="3248" w="7321">
                  <a:moveTo>
                    <a:pt x="1923" y="1"/>
                  </a:moveTo>
                  <a:cubicBezTo>
                    <a:pt x="924" y="1"/>
                    <a:pt x="259" y="259"/>
                    <a:pt x="259" y="259"/>
                  </a:cubicBezTo>
                  <a:cubicBezTo>
                    <a:pt x="74" y="333"/>
                    <a:pt x="0" y="518"/>
                    <a:pt x="74" y="666"/>
                  </a:cubicBezTo>
                  <a:cubicBezTo>
                    <a:pt x="135" y="789"/>
                    <a:pt x="273" y="860"/>
                    <a:pt x="402" y="860"/>
                  </a:cubicBezTo>
                  <a:cubicBezTo>
                    <a:pt x="429" y="860"/>
                    <a:pt x="455" y="857"/>
                    <a:pt x="481" y="851"/>
                  </a:cubicBezTo>
                  <a:cubicBezTo>
                    <a:pt x="518" y="814"/>
                    <a:pt x="1072" y="592"/>
                    <a:pt x="1923" y="592"/>
                  </a:cubicBezTo>
                  <a:cubicBezTo>
                    <a:pt x="3143" y="592"/>
                    <a:pt x="4917" y="1036"/>
                    <a:pt x="6729" y="3143"/>
                  </a:cubicBezTo>
                  <a:cubicBezTo>
                    <a:pt x="6793" y="3208"/>
                    <a:pt x="6883" y="3247"/>
                    <a:pt x="6975" y="3247"/>
                  </a:cubicBezTo>
                  <a:cubicBezTo>
                    <a:pt x="7042" y="3247"/>
                    <a:pt x="7110" y="3227"/>
                    <a:pt x="7172" y="3180"/>
                  </a:cubicBezTo>
                  <a:cubicBezTo>
                    <a:pt x="7283" y="3069"/>
                    <a:pt x="7320" y="2884"/>
                    <a:pt x="7209" y="2736"/>
                  </a:cubicBezTo>
                  <a:cubicBezTo>
                    <a:pt x="5287" y="481"/>
                    <a:pt x="3290" y="1"/>
                    <a:pt x="19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1" name="Google Shape;1771;p36"/>
            <p:cNvSpPr/>
            <p:nvPr/>
          </p:nvSpPr>
          <p:spPr>
            <a:xfrm>
              <a:off x="5148775" y="2298125"/>
              <a:ext cx="97075" cy="268425"/>
            </a:xfrm>
            <a:custGeom>
              <a:rect b="b" l="l" r="r" t="t"/>
              <a:pathLst>
                <a:path extrusionOk="0" h="10737" w="3883">
                  <a:moveTo>
                    <a:pt x="2869" y="1"/>
                  </a:moveTo>
                  <a:cubicBezTo>
                    <a:pt x="2849" y="1"/>
                    <a:pt x="2829" y="3"/>
                    <a:pt x="2810" y="8"/>
                  </a:cubicBezTo>
                  <a:cubicBezTo>
                    <a:pt x="2625" y="8"/>
                    <a:pt x="2514" y="156"/>
                    <a:pt x="2551" y="340"/>
                  </a:cubicBezTo>
                  <a:cubicBezTo>
                    <a:pt x="2551" y="340"/>
                    <a:pt x="2551" y="377"/>
                    <a:pt x="2551" y="488"/>
                  </a:cubicBezTo>
                  <a:cubicBezTo>
                    <a:pt x="2588" y="747"/>
                    <a:pt x="2625" y="1413"/>
                    <a:pt x="2625" y="2189"/>
                  </a:cubicBezTo>
                  <a:cubicBezTo>
                    <a:pt x="2662" y="3187"/>
                    <a:pt x="2514" y="4407"/>
                    <a:pt x="2145" y="5073"/>
                  </a:cubicBezTo>
                  <a:cubicBezTo>
                    <a:pt x="1812" y="5664"/>
                    <a:pt x="1331" y="6182"/>
                    <a:pt x="851" y="6662"/>
                  </a:cubicBezTo>
                  <a:cubicBezTo>
                    <a:pt x="629" y="6921"/>
                    <a:pt x="444" y="7143"/>
                    <a:pt x="259" y="7402"/>
                  </a:cubicBezTo>
                  <a:cubicBezTo>
                    <a:pt x="111" y="7624"/>
                    <a:pt x="0" y="7919"/>
                    <a:pt x="0" y="8215"/>
                  </a:cubicBezTo>
                  <a:cubicBezTo>
                    <a:pt x="0" y="8437"/>
                    <a:pt x="74" y="8659"/>
                    <a:pt x="185" y="8881"/>
                  </a:cubicBezTo>
                  <a:cubicBezTo>
                    <a:pt x="629" y="9546"/>
                    <a:pt x="1442" y="9990"/>
                    <a:pt x="2145" y="10286"/>
                  </a:cubicBezTo>
                  <a:cubicBezTo>
                    <a:pt x="2847" y="10581"/>
                    <a:pt x="3476" y="10729"/>
                    <a:pt x="3476" y="10729"/>
                  </a:cubicBezTo>
                  <a:cubicBezTo>
                    <a:pt x="3495" y="10734"/>
                    <a:pt x="3514" y="10736"/>
                    <a:pt x="3534" y="10736"/>
                  </a:cubicBezTo>
                  <a:cubicBezTo>
                    <a:pt x="3669" y="10736"/>
                    <a:pt x="3813" y="10631"/>
                    <a:pt x="3845" y="10470"/>
                  </a:cubicBezTo>
                  <a:cubicBezTo>
                    <a:pt x="3882" y="10323"/>
                    <a:pt x="3771" y="10138"/>
                    <a:pt x="3624" y="10101"/>
                  </a:cubicBezTo>
                  <a:lnTo>
                    <a:pt x="3513" y="10101"/>
                  </a:lnTo>
                  <a:cubicBezTo>
                    <a:pt x="3291" y="10027"/>
                    <a:pt x="2736" y="9879"/>
                    <a:pt x="2145" y="9583"/>
                  </a:cubicBezTo>
                  <a:cubicBezTo>
                    <a:pt x="1553" y="9324"/>
                    <a:pt x="962" y="8955"/>
                    <a:pt x="703" y="8548"/>
                  </a:cubicBezTo>
                  <a:cubicBezTo>
                    <a:pt x="629" y="8437"/>
                    <a:pt x="592" y="8326"/>
                    <a:pt x="592" y="8215"/>
                  </a:cubicBezTo>
                  <a:cubicBezTo>
                    <a:pt x="592" y="8067"/>
                    <a:pt x="666" y="7919"/>
                    <a:pt x="777" y="7735"/>
                  </a:cubicBezTo>
                  <a:cubicBezTo>
                    <a:pt x="962" y="7439"/>
                    <a:pt x="1294" y="7106"/>
                    <a:pt x="1664" y="6699"/>
                  </a:cubicBezTo>
                  <a:cubicBezTo>
                    <a:pt x="2034" y="6330"/>
                    <a:pt x="2403" y="5886"/>
                    <a:pt x="2699" y="5368"/>
                  </a:cubicBezTo>
                  <a:cubicBezTo>
                    <a:pt x="3180" y="4481"/>
                    <a:pt x="3254" y="3224"/>
                    <a:pt x="3254" y="2189"/>
                  </a:cubicBezTo>
                  <a:cubicBezTo>
                    <a:pt x="3254" y="1117"/>
                    <a:pt x="3143" y="267"/>
                    <a:pt x="3143" y="267"/>
                  </a:cubicBezTo>
                  <a:cubicBezTo>
                    <a:pt x="3143" y="106"/>
                    <a:pt x="3003" y="1"/>
                    <a:pt x="28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p36"/>
            <p:cNvSpPr/>
            <p:nvPr/>
          </p:nvSpPr>
          <p:spPr>
            <a:xfrm>
              <a:off x="5215325" y="2589325"/>
              <a:ext cx="163625" cy="61150"/>
            </a:xfrm>
            <a:custGeom>
              <a:rect b="b" l="l" r="r" t="t"/>
              <a:pathLst>
                <a:path extrusionOk="0" h="2446" w="6545">
                  <a:moveTo>
                    <a:pt x="6229" y="0"/>
                  </a:moveTo>
                  <a:cubicBezTo>
                    <a:pt x="6140" y="0"/>
                    <a:pt x="6049" y="37"/>
                    <a:pt x="5990" y="116"/>
                  </a:cubicBezTo>
                  <a:cubicBezTo>
                    <a:pt x="4659" y="1521"/>
                    <a:pt x="2921" y="1817"/>
                    <a:pt x="1701" y="1817"/>
                  </a:cubicBezTo>
                  <a:cubicBezTo>
                    <a:pt x="1331" y="1817"/>
                    <a:pt x="998" y="1780"/>
                    <a:pt x="740" y="1743"/>
                  </a:cubicBezTo>
                  <a:cubicBezTo>
                    <a:pt x="629" y="1743"/>
                    <a:pt x="555" y="1743"/>
                    <a:pt x="481" y="1706"/>
                  </a:cubicBezTo>
                  <a:lnTo>
                    <a:pt x="407" y="1706"/>
                  </a:lnTo>
                  <a:cubicBezTo>
                    <a:pt x="376" y="1700"/>
                    <a:pt x="346" y="1697"/>
                    <a:pt x="318" y="1697"/>
                  </a:cubicBezTo>
                  <a:cubicBezTo>
                    <a:pt x="176" y="1697"/>
                    <a:pt x="68" y="1774"/>
                    <a:pt x="37" y="1928"/>
                  </a:cubicBezTo>
                  <a:cubicBezTo>
                    <a:pt x="0" y="2076"/>
                    <a:pt x="74" y="2261"/>
                    <a:pt x="259" y="2298"/>
                  </a:cubicBezTo>
                  <a:cubicBezTo>
                    <a:pt x="259" y="2298"/>
                    <a:pt x="851" y="2446"/>
                    <a:pt x="1701" y="2446"/>
                  </a:cubicBezTo>
                  <a:cubicBezTo>
                    <a:pt x="2995" y="2446"/>
                    <a:pt x="4917" y="2113"/>
                    <a:pt x="6433" y="523"/>
                  </a:cubicBezTo>
                  <a:cubicBezTo>
                    <a:pt x="6544" y="412"/>
                    <a:pt x="6544" y="190"/>
                    <a:pt x="6433" y="79"/>
                  </a:cubicBezTo>
                  <a:cubicBezTo>
                    <a:pt x="6382" y="28"/>
                    <a:pt x="6306" y="0"/>
                    <a:pt x="6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p36"/>
            <p:cNvSpPr/>
            <p:nvPr/>
          </p:nvSpPr>
          <p:spPr>
            <a:xfrm>
              <a:off x="862950" y="4920450"/>
              <a:ext cx="1188625" cy="15750"/>
            </a:xfrm>
            <a:custGeom>
              <a:rect b="b" l="l" r="r" t="t"/>
              <a:pathLst>
                <a:path extrusionOk="0" h="630" w="47545">
                  <a:moveTo>
                    <a:pt x="334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47249" y="629"/>
                  </a:lnTo>
                  <a:cubicBezTo>
                    <a:pt x="47397" y="629"/>
                    <a:pt x="47545" y="481"/>
                    <a:pt x="47545" y="296"/>
                  </a:cubicBezTo>
                  <a:cubicBezTo>
                    <a:pt x="47545" y="149"/>
                    <a:pt x="47397" y="1"/>
                    <a:pt x="47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4" name="Google Shape;1774;p36"/>
            <p:cNvSpPr/>
            <p:nvPr/>
          </p:nvSpPr>
          <p:spPr>
            <a:xfrm>
              <a:off x="2173575" y="4920450"/>
              <a:ext cx="4043675" cy="15750"/>
            </a:xfrm>
            <a:custGeom>
              <a:rect b="b" l="l" r="r" t="t"/>
              <a:pathLst>
                <a:path extrusionOk="0" h="630" w="161747">
                  <a:moveTo>
                    <a:pt x="296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1451" y="629"/>
                  </a:lnTo>
                  <a:cubicBezTo>
                    <a:pt x="161599" y="629"/>
                    <a:pt x="161746" y="481"/>
                    <a:pt x="161746" y="296"/>
                  </a:cubicBezTo>
                  <a:cubicBezTo>
                    <a:pt x="161746" y="149"/>
                    <a:pt x="161599" y="1"/>
                    <a:pt x="161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5" name="Google Shape;1775;p36"/>
            <p:cNvSpPr/>
            <p:nvPr/>
          </p:nvSpPr>
          <p:spPr>
            <a:xfrm>
              <a:off x="6316125" y="4920450"/>
              <a:ext cx="159000" cy="15750"/>
            </a:xfrm>
            <a:custGeom>
              <a:rect b="b" l="l" r="r" t="t"/>
              <a:pathLst>
                <a:path extrusionOk="0" h="630" w="6360">
                  <a:moveTo>
                    <a:pt x="333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6026" y="629"/>
                  </a:lnTo>
                  <a:cubicBezTo>
                    <a:pt x="6211" y="629"/>
                    <a:pt x="6359" y="481"/>
                    <a:pt x="6359" y="296"/>
                  </a:cubicBezTo>
                  <a:cubicBezTo>
                    <a:pt x="6359" y="149"/>
                    <a:pt x="6211" y="1"/>
                    <a:pt x="6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6" name="Google Shape;1776;p36"/>
            <p:cNvSpPr/>
            <p:nvPr/>
          </p:nvSpPr>
          <p:spPr>
            <a:xfrm>
              <a:off x="4014700" y="2706825"/>
              <a:ext cx="350325" cy="819850"/>
            </a:xfrm>
            <a:custGeom>
              <a:rect b="b" l="l" r="r" t="t"/>
              <a:pathLst>
                <a:path extrusionOk="0" h="32794" w="14013">
                  <a:moveTo>
                    <a:pt x="0" y="1"/>
                  </a:moveTo>
                  <a:lnTo>
                    <a:pt x="0" y="32794"/>
                  </a:lnTo>
                  <a:lnTo>
                    <a:pt x="14012" y="32794"/>
                  </a:lnTo>
                  <a:lnTo>
                    <a:pt x="140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p36"/>
            <p:cNvSpPr/>
            <p:nvPr/>
          </p:nvSpPr>
          <p:spPr>
            <a:xfrm>
              <a:off x="1582025" y="1799200"/>
              <a:ext cx="1080500" cy="1727475"/>
            </a:xfrm>
            <a:custGeom>
              <a:rect b="b" l="l" r="r" t="t"/>
              <a:pathLst>
                <a:path extrusionOk="0" h="69099" w="43220">
                  <a:moveTo>
                    <a:pt x="1" y="1"/>
                  </a:moveTo>
                  <a:lnTo>
                    <a:pt x="1" y="67768"/>
                  </a:lnTo>
                  <a:cubicBezTo>
                    <a:pt x="1073" y="68175"/>
                    <a:pt x="2145" y="68618"/>
                    <a:pt x="3217" y="69099"/>
                  </a:cubicBezTo>
                  <a:lnTo>
                    <a:pt x="22738" y="69099"/>
                  </a:lnTo>
                  <a:cubicBezTo>
                    <a:pt x="30686" y="58747"/>
                    <a:pt x="31537" y="19188"/>
                    <a:pt x="43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36"/>
            <p:cNvSpPr/>
            <p:nvPr/>
          </p:nvSpPr>
          <p:spPr>
            <a:xfrm>
              <a:off x="1582025" y="1799200"/>
              <a:ext cx="2783000" cy="1727475"/>
            </a:xfrm>
            <a:custGeom>
              <a:rect b="b" l="l" r="r" t="t"/>
              <a:pathLst>
                <a:path extrusionOk="0" h="69099" w="111320">
                  <a:moveTo>
                    <a:pt x="1" y="67768"/>
                  </a:moveTo>
                  <a:lnTo>
                    <a:pt x="1" y="69099"/>
                  </a:lnTo>
                  <a:lnTo>
                    <a:pt x="3217" y="69099"/>
                  </a:lnTo>
                  <a:cubicBezTo>
                    <a:pt x="2145" y="68618"/>
                    <a:pt x="1073" y="68175"/>
                    <a:pt x="1" y="67768"/>
                  </a:cubicBezTo>
                  <a:close/>
                  <a:moveTo>
                    <a:pt x="43220" y="1"/>
                  </a:moveTo>
                  <a:cubicBezTo>
                    <a:pt x="31537" y="19188"/>
                    <a:pt x="30686" y="58747"/>
                    <a:pt x="22738" y="69099"/>
                  </a:cubicBezTo>
                  <a:lnTo>
                    <a:pt x="94904" y="69099"/>
                  </a:lnTo>
                  <a:cubicBezTo>
                    <a:pt x="95644" y="68433"/>
                    <a:pt x="96383" y="67768"/>
                    <a:pt x="97197" y="67102"/>
                  </a:cubicBezTo>
                  <a:cubicBezTo>
                    <a:pt x="100043" y="55678"/>
                    <a:pt x="102483" y="45770"/>
                    <a:pt x="103260" y="42036"/>
                  </a:cubicBezTo>
                  <a:cubicBezTo>
                    <a:pt x="103408" y="41297"/>
                    <a:pt x="103482" y="40816"/>
                    <a:pt x="103482" y="40594"/>
                  </a:cubicBezTo>
                  <a:cubicBezTo>
                    <a:pt x="103629" y="38672"/>
                    <a:pt x="104147" y="37452"/>
                    <a:pt x="104813" y="36675"/>
                  </a:cubicBezTo>
                  <a:cubicBezTo>
                    <a:pt x="105441" y="35936"/>
                    <a:pt x="106254" y="35677"/>
                    <a:pt x="106883" y="35677"/>
                  </a:cubicBezTo>
                  <a:cubicBezTo>
                    <a:pt x="107474" y="35677"/>
                    <a:pt x="108916" y="35788"/>
                    <a:pt x="110210" y="35899"/>
                  </a:cubicBezTo>
                  <a:cubicBezTo>
                    <a:pt x="110617" y="35936"/>
                    <a:pt x="110987" y="35973"/>
                    <a:pt x="111319" y="35973"/>
                  </a:cubicBezTo>
                  <a:lnTo>
                    <a:pt x="1113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36"/>
            <p:cNvSpPr/>
            <p:nvPr/>
          </p:nvSpPr>
          <p:spPr>
            <a:xfrm>
              <a:off x="3977725" y="3502625"/>
              <a:ext cx="27750" cy="24050"/>
            </a:xfrm>
            <a:custGeom>
              <a:rect b="b" l="l" r="r" t="t"/>
              <a:pathLst>
                <a:path extrusionOk="0" h="962" w="1110">
                  <a:moveTo>
                    <a:pt x="1110" y="1"/>
                  </a:moveTo>
                  <a:cubicBezTo>
                    <a:pt x="740" y="333"/>
                    <a:pt x="370" y="629"/>
                    <a:pt x="1" y="962"/>
                  </a:cubicBezTo>
                  <a:lnTo>
                    <a:pt x="851" y="962"/>
                  </a:lnTo>
                  <a:cubicBezTo>
                    <a:pt x="925" y="629"/>
                    <a:pt x="999" y="333"/>
                    <a:pt x="11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0" name="Google Shape;1780;p36"/>
            <p:cNvSpPr/>
            <p:nvPr/>
          </p:nvSpPr>
          <p:spPr>
            <a:xfrm>
              <a:off x="3954625" y="3476750"/>
              <a:ext cx="57325" cy="49925"/>
            </a:xfrm>
            <a:custGeom>
              <a:rect b="b" l="l" r="r" t="t"/>
              <a:pathLst>
                <a:path extrusionOk="0" h="1997" w="2293">
                  <a:moveTo>
                    <a:pt x="2293" y="0"/>
                  </a:moveTo>
                  <a:lnTo>
                    <a:pt x="2293" y="0"/>
                  </a:lnTo>
                  <a:cubicBezTo>
                    <a:pt x="1479" y="666"/>
                    <a:pt x="740" y="1331"/>
                    <a:pt x="0" y="1997"/>
                  </a:cubicBezTo>
                  <a:lnTo>
                    <a:pt x="925" y="1997"/>
                  </a:lnTo>
                  <a:cubicBezTo>
                    <a:pt x="1294" y="1664"/>
                    <a:pt x="1664" y="1368"/>
                    <a:pt x="2034" y="1036"/>
                  </a:cubicBezTo>
                  <a:cubicBezTo>
                    <a:pt x="2108" y="703"/>
                    <a:pt x="2182" y="333"/>
                    <a:pt x="22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1" name="Google Shape;1781;p36"/>
            <p:cNvSpPr/>
            <p:nvPr/>
          </p:nvSpPr>
          <p:spPr>
            <a:xfrm>
              <a:off x="3998975" y="2691125"/>
              <a:ext cx="366050" cy="835550"/>
            </a:xfrm>
            <a:custGeom>
              <a:rect b="b" l="l" r="r" t="t"/>
              <a:pathLst>
                <a:path extrusionOk="0" h="33422" w="14642">
                  <a:moveTo>
                    <a:pt x="10205" y="0"/>
                  </a:moveTo>
                  <a:cubicBezTo>
                    <a:pt x="9576" y="0"/>
                    <a:pt x="8763" y="259"/>
                    <a:pt x="8135" y="998"/>
                  </a:cubicBezTo>
                  <a:cubicBezTo>
                    <a:pt x="7469" y="1775"/>
                    <a:pt x="6951" y="2995"/>
                    <a:pt x="6804" y="4917"/>
                  </a:cubicBezTo>
                  <a:cubicBezTo>
                    <a:pt x="6804" y="5139"/>
                    <a:pt x="6730" y="5620"/>
                    <a:pt x="6582" y="6359"/>
                  </a:cubicBezTo>
                  <a:cubicBezTo>
                    <a:pt x="5805" y="10093"/>
                    <a:pt x="3365" y="20001"/>
                    <a:pt x="519" y="31425"/>
                  </a:cubicBezTo>
                  <a:cubicBezTo>
                    <a:pt x="408" y="31758"/>
                    <a:pt x="334" y="32128"/>
                    <a:pt x="260" y="32461"/>
                  </a:cubicBezTo>
                  <a:cubicBezTo>
                    <a:pt x="149" y="32793"/>
                    <a:pt x="75" y="33089"/>
                    <a:pt x="1" y="33422"/>
                  </a:cubicBezTo>
                  <a:lnTo>
                    <a:pt x="629" y="33422"/>
                  </a:lnTo>
                  <a:cubicBezTo>
                    <a:pt x="999" y="31980"/>
                    <a:pt x="1369" y="30575"/>
                    <a:pt x="1702" y="29207"/>
                  </a:cubicBezTo>
                  <a:cubicBezTo>
                    <a:pt x="3254" y="22922"/>
                    <a:pt x="4659" y="17229"/>
                    <a:pt x="5694" y="12903"/>
                  </a:cubicBezTo>
                  <a:cubicBezTo>
                    <a:pt x="6212" y="10759"/>
                    <a:pt x="6619" y="8947"/>
                    <a:pt x="6914" y="7616"/>
                  </a:cubicBezTo>
                  <a:cubicBezTo>
                    <a:pt x="7210" y="6248"/>
                    <a:pt x="7395" y="5361"/>
                    <a:pt x="7432" y="4954"/>
                  </a:cubicBezTo>
                  <a:cubicBezTo>
                    <a:pt x="7580" y="3106"/>
                    <a:pt x="8061" y="2034"/>
                    <a:pt x="8578" y="1405"/>
                  </a:cubicBezTo>
                  <a:cubicBezTo>
                    <a:pt x="9133" y="777"/>
                    <a:pt x="9724" y="629"/>
                    <a:pt x="10205" y="629"/>
                  </a:cubicBezTo>
                  <a:cubicBezTo>
                    <a:pt x="10759" y="629"/>
                    <a:pt x="12201" y="740"/>
                    <a:pt x="13495" y="814"/>
                  </a:cubicBezTo>
                  <a:cubicBezTo>
                    <a:pt x="13902" y="851"/>
                    <a:pt x="14309" y="888"/>
                    <a:pt x="14641" y="925"/>
                  </a:cubicBezTo>
                  <a:lnTo>
                    <a:pt x="14641" y="296"/>
                  </a:lnTo>
                  <a:cubicBezTo>
                    <a:pt x="14309" y="296"/>
                    <a:pt x="13939" y="259"/>
                    <a:pt x="13532" y="222"/>
                  </a:cubicBezTo>
                  <a:cubicBezTo>
                    <a:pt x="12238" y="111"/>
                    <a:pt x="10796" y="0"/>
                    <a:pt x="10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2" name="Google Shape;1782;p36"/>
            <p:cNvSpPr/>
            <p:nvPr/>
          </p:nvSpPr>
          <p:spPr>
            <a:xfrm>
              <a:off x="1529350" y="1687375"/>
              <a:ext cx="2889275" cy="1951150"/>
            </a:xfrm>
            <a:custGeom>
              <a:rect b="b" l="l" r="r" t="t"/>
              <a:pathLst>
                <a:path extrusionOk="0" h="78046" w="115571">
                  <a:moveTo>
                    <a:pt x="113759" y="4178"/>
                  </a:moveTo>
                  <a:lnTo>
                    <a:pt x="113759" y="73868"/>
                  </a:lnTo>
                  <a:lnTo>
                    <a:pt x="1812" y="73868"/>
                  </a:lnTo>
                  <a:lnTo>
                    <a:pt x="1812" y="4178"/>
                  </a:lnTo>
                  <a:close/>
                  <a:moveTo>
                    <a:pt x="1" y="0"/>
                  </a:moveTo>
                  <a:lnTo>
                    <a:pt x="1" y="78045"/>
                  </a:lnTo>
                  <a:lnTo>
                    <a:pt x="115571" y="78045"/>
                  </a:lnTo>
                  <a:lnTo>
                    <a:pt x="115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3" name="Google Shape;1783;p36"/>
            <p:cNvSpPr/>
            <p:nvPr/>
          </p:nvSpPr>
          <p:spPr>
            <a:xfrm>
              <a:off x="1521025" y="1679050"/>
              <a:ext cx="2905000" cy="1966875"/>
            </a:xfrm>
            <a:custGeom>
              <a:rect b="b" l="l" r="r" t="t"/>
              <a:pathLst>
                <a:path extrusionOk="0" h="78675" w="116200">
                  <a:moveTo>
                    <a:pt x="113759" y="4807"/>
                  </a:moveTo>
                  <a:lnTo>
                    <a:pt x="113759" y="73905"/>
                  </a:lnTo>
                  <a:lnTo>
                    <a:pt x="2441" y="73905"/>
                  </a:lnTo>
                  <a:lnTo>
                    <a:pt x="2441" y="4807"/>
                  </a:lnTo>
                  <a:close/>
                  <a:moveTo>
                    <a:pt x="2145" y="4178"/>
                  </a:moveTo>
                  <a:cubicBezTo>
                    <a:pt x="2071" y="4178"/>
                    <a:pt x="1997" y="4215"/>
                    <a:pt x="1923" y="4289"/>
                  </a:cubicBezTo>
                  <a:cubicBezTo>
                    <a:pt x="1849" y="4326"/>
                    <a:pt x="1849" y="4400"/>
                    <a:pt x="1849" y="4511"/>
                  </a:cubicBezTo>
                  <a:lnTo>
                    <a:pt x="1849" y="74201"/>
                  </a:lnTo>
                  <a:cubicBezTo>
                    <a:pt x="1849" y="74275"/>
                    <a:pt x="1849" y="74385"/>
                    <a:pt x="1923" y="74422"/>
                  </a:cubicBezTo>
                  <a:cubicBezTo>
                    <a:pt x="1997" y="74496"/>
                    <a:pt x="2071" y="74533"/>
                    <a:pt x="2145" y="74533"/>
                  </a:cubicBezTo>
                  <a:lnTo>
                    <a:pt x="114092" y="74533"/>
                  </a:lnTo>
                  <a:cubicBezTo>
                    <a:pt x="114166" y="74533"/>
                    <a:pt x="114240" y="74496"/>
                    <a:pt x="114314" y="74422"/>
                  </a:cubicBezTo>
                  <a:cubicBezTo>
                    <a:pt x="114351" y="74385"/>
                    <a:pt x="114388" y="74275"/>
                    <a:pt x="114388" y="74201"/>
                  </a:cubicBezTo>
                  <a:lnTo>
                    <a:pt x="114388" y="4511"/>
                  </a:lnTo>
                  <a:cubicBezTo>
                    <a:pt x="114388" y="4400"/>
                    <a:pt x="114351" y="4326"/>
                    <a:pt x="114314" y="4289"/>
                  </a:cubicBezTo>
                  <a:cubicBezTo>
                    <a:pt x="114240" y="4215"/>
                    <a:pt x="114166" y="4178"/>
                    <a:pt x="114092" y="4178"/>
                  </a:cubicBezTo>
                  <a:close/>
                  <a:moveTo>
                    <a:pt x="115608" y="629"/>
                  </a:moveTo>
                  <a:lnTo>
                    <a:pt x="115608" y="78082"/>
                  </a:lnTo>
                  <a:lnTo>
                    <a:pt x="629" y="78082"/>
                  </a:lnTo>
                  <a:lnTo>
                    <a:pt x="629" y="629"/>
                  </a:lnTo>
                  <a:close/>
                  <a:moveTo>
                    <a:pt x="334" y="0"/>
                  </a:moveTo>
                  <a:cubicBezTo>
                    <a:pt x="223" y="0"/>
                    <a:pt x="149" y="37"/>
                    <a:pt x="112" y="111"/>
                  </a:cubicBezTo>
                  <a:cubicBezTo>
                    <a:pt x="38" y="148"/>
                    <a:pt x="1" y="259"/>
                    <a:pt x="1" y="333"/>
                  </a:cubicBezTo>
                  <a:lnTo>
                    <a:pt x="1" y="78378"/>
                  </a:lnTo>
                  <a:cubicBezTo>
                    <a:pt x="1" y="78452"/>
                    <a:pt x="38" y="78526"/>
                    <a:pt x="112" y="78600"/>
                  </a:cubicBezTo>
                  <a:cubicBezTo>
                    <a:pt x="149" y="78637"/>
                    <a:pt x="223" y="78674"/>
                    <a:pt x="334" y="78674"/>
                  </a:cubicBezTo>
                  <a:lnTo>
                    <a:pt x="115904" y="78674"/>
                  </a:lnTo>
                  <a:cubicBezTo>
                    <a:pt x="115978" y="78674"/>
                    <a:pt x="116052" y="78637"/>
                    <a:pt x="116125" y="78600"/>
                  </a:cubicBezTo>
                  <a:cubicBezTo>
                    <a:pt x="116162" y="78526"/>
                    <a:pt x="116199" y="78452"/>
                    <a:pt x="116199" y="78378"/>
                  </a:cubicBezTo>
                  <a:lnTo>
                    <a:pt x="116199" y="333"/>
                  </a:lnTo>
                  <a:cubicBezTo>
                    <a:pt x="116199" y="259"/>
                    <a:pt x="116162" y="185"/>
                    <a:pt x="116125" y="111"/>
                  </a:cubicBezTo>
                  <a:cubicBezTo>
                    <a:pt x="116052" y="37"/>
                    <a:pt x="115978" y="0"/>
                    <a:pt x="1159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4" name="Google Shape;1784;p36"/>
            <p:cNvSpPr/>
            <p:nvPr/>
          </p:nvSpPr>
          <p:spPr>
            <a:xfrm>
              <a:off x="1634725" y="1846350"/>
              <a:ext cx="1974250" cy="154375"/>
            </a:xfrm>
            <a:custGeom>
              <a:rect b="b" l="l" r="r" t="t"/>
              <a:pathLst>
                <a:path extrusionOk="0" h="6175" w="78970">
                  <a:moveTo>
                    <a:pt x="2071" y="0"/>
                  </a:moveTo>
                  <a:cubicBezTo>
                    <a:pt x="924" y="0"/>
                    <a:pt x="0" y="924"/>
                    <a:pt x="0" y="2070"/>
                  </a:cubicBezTo>
                  <a:lnTo>
                    <a:pt x="0" y="4104"/>
                  </a:lnTo>
                  <a:cubicBezTo>
                    <a:pt x="0" y="5250"/>
                    <a:pt x="924" y="6174"/>
                    <a:pt x="2071" y="6174"/>
                  </a:cubicBezTo>
                  <a:lnTo>
                    <a:pt x="76862" y="6174"/>
                  </a:lnTo>
                  <a:cubicBezTo>
                    <a:pt x="78008" y="6174"/>
                    <a:pt x="78969" y="5250"/>
                    <a:pt x="78969" y="4104"/>
                  </a:cubicBezTo>
                  <a:lnTo>
                    <a:pt x="78969" y="2070"/>
                  </a:lnTo>
                  <a:cubicBezTo>
                    <a:pt x="78969" y="924"/>
                    <a:pt x="78008" y="0"/>
                    <a:pt x="76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5" name="Google Shape;1785;p36"/>
            <p:cNvSpPr/>
            <p:nvPr/>
          </p:nvSpPr>
          <p:spPr>
            <a:xfrm>
              <a:off x="1626400" y="1838950"/>
              <a:ext cx="1989975" cy="170075"/>
            </a:xfrm>
            <a:custGeom>
              <a:rect b="b" l="l" r="r" t="t"/>
              <a:pathLst>
                <a:path extrusionOk="0" h="6803" w="79599">
                  <a:moveTo>
                    <a:pt x="77195" y="629"/>
                  </a:moveTo>
                  <a:cubicBezTo>
                    <a:pt x="78193" y="629"/>
                    <a:pt x="78970" y="1405"/>
                    <a:pt x="78970" y="2366"/>
                  </a:cubicBezTo>
                  <a:lnTo>
                    <a:pt x="78970" y="4400"/>
                  </a:lnTo>
                  <a:cubicBezTo>
                    <a:pt x="78970" y="5398"/>
                    <a:pt x="78193" y="6174"/>
                    <a:pt x="77195" y="6174"/>
                  </a:cubicBezTo>
                  <a:lnTo>
                    <a:pt x="2404" y="6174"/>
                  </a:lnTo>
                  <a:cubicBezTo>
                    <a:pt x="1442" y="6174"/>
                    <a:pt x="629" y="5398"/>
                    <a:pt x="629" y="4400"/>
                  </a:cubicBezTo>
                  <a:lnTo>
                    <a:pt x="629" y="2366"/>
                  </a:lnTo>
                  <a:cubicBezTo>
                    <a:pt x="629" y="1405"/>
                    <a:pt x="1442" y="629"/>
                    <a:pt x="2404" y="629"/>
                  </a:cubicBezTo>
                  <a:close/>
                  <a:moveTo>
                    <a:pt x="2404" y="0"/>
                  </a:moveTo>
                  <a:cubicBezTo>
                    <a:pt x="1073" y="0"/>
                    <a:pt x="0" y="1072"/>
                    <a:pt x="0" y="2366"/>
                  </a:cubicBezTo>
                  <a:lnTo>
                    <a:pt x="0" y="4400"/>
                  </a:lnTo>
                  <a:cubicBezTo>
                    <a:pt x="0" y="5731"/>
                    <a:pt x="1073" y="6803"/>
                    <a:pt x="2404" y="6803"/>
                  </a:cubicBezTo>
                  <a:lnTo>
                    <a:pt x="77195" y="6803"/>
                  </a:lnTo>
                  <a:cubicBezTo>
                    <a:pt x="78526" y="6803"/>
                    <a:pt x="79598" y="5731"/>
                    <a:pt x="79598" y="4400"/>
                  </a:cubicBezTo>
                  <a:lnTo>
                    <a:pt x="79598" y="2366"/>
                  </a:lnTo>
                  <a:cubicBezTo>
                    <a:pt x="79598" y="1072"/>
                    <a:pt x="78526" y="0"/>
                    <a:pt x="77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p36"/>
            <p:cNvSpPr/>
            <p:nvPr/>
          </p:nvSpPr>
          <p:spPr>
            <a:xfrm>
              <a:off x="1658750" y="21679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p36"/>
            <p:cNvSpPr/>
            <p:nvPr/>
          </p:nvSpPr>
          <p:spPr>
            <a:xfrm>
              <a:off x="1658750" y="22594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8" name="Google Shape;1788;p36"/>
            <p:cNvSpPr/>
            <p:nvPr/>
          </p:nvSpPr>
          <p:spPr>
            <a:xfrm>
              <a:off x="1658750" y="2351000"/>
              <a:ext cx="421500" cy="15725"/>
            </a:xfrm>
            <a:custGeom>
              <a:rect b="b" l="l" r="r" t="t"/>
              <a:pathLst>
                <a:path extrusionOk="0" h="629" w="1686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9" name="Google Shape;1789;p36"/>
            <p:cNvSpPr/>
            <p:nvPr/>
          </p:nvSpPr>
          <p:spPr>
            <a:xfrm>
              <a:off x="1658750" y="244802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0" name="Google Shape;1790;p36"/>
            <p:cNvSpPr/>
            <p:nvPr/>
          </p:nvSpPr>
          <p:spPr>
            <a:xfrm>
              <a:off x="2144000" y="21679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1" name="Google Shape;1791;p36"/>
            <p:cNvSpPr/>
            <p:nvPr/>
          </p:nvSpPr>
          <p:spPr>
            <a:xfrm>
              <a:off x="2144000" y="22594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2" name="Google Shape;1792;p36"/>
            <p:cNvSpPr/>
            <p:nvPr/>
          </p:nvSpPr>
          <p:spPr>
            <a:xfrm>
              <a:off x="2144000" y="2351000"/>
              <a:ext cx="421475" cy="15725"/>
            </a:xfrm>
            <a:custGeom>
              <a:rect b="b" l="l" r="r" t="t"/>
              <a:pathLst>
                <a:path extrusionOk="0" h="629" w="16859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3" name="Google Shape;1793;p36"/>
            <p:cNvSpPr/>
            <p:nvPr/>
          </p:nvSpPr>
          <p:spPr>
            <a:xfrm>
              <a:off x="2144000" y="244802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4" name="Google Shape;1794;p36"/>
            <p:cNvSpPr/>
            <p:nvPr/>
          </p:nvSpPr>
          <p:spPr>
            <a:xfrm>
              <a:off x="2629225" y="21679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1" y="149"/>
                    <a:pt x="1" y="297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5" name="Google Shape;1795;p36"/>
            <p:cNvSpPr/>
            <p:nvPr/>
          </p:nvSpPr>
          <p:spPr>
            <a:xfrm>
              <a:off x="2629225" y="225947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6" name="Google Shape;1796;p36"/>
            <p:cNvSpPr/>
            <p:nvPr/>
          </p:nvSpPr>
          <p:spPr>
            <a:xfrm>
              <a:off x="2629225" y="2351000"/>
              <a:ext cx="421500" cy="15725"/>
            </a:xfrm>
            <a:custGeom>
              <a:rect b="b" l="l" r="r" t="t"/>
              <a:pathLst>
                <a:path extrusionOk="0" h="629" w="1686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7" name="Google Shape;1797;p36"/>
            <p:cNvSpPr/>
            <p:nvPr/>
          </p:nvSpPr>
          <p:spPr>
            <a:xfrm>
              <a:off x="2629225" y="2448025"/>
              <a:ext cx="421500" cy="15750"/>
            </a:xfrm>
            <a:custGeom>
              <a:rect b="b" l="l" r="r" t="t"/>
              <a:pathLst>
                <a:path extrusionOk="0" h="630" w="1686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8" name="Google Shape;1798;p36"/>
            <p:cNvSpPr/>
            <p:nvPr/>
          </p:nvSpPr>
          <p:spPr>
            <a:xfrm>
              <a:off x="3114475" y="21679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9" name="Google Shape;1799;p36"/>
            <p:cNvSpPr/>
            <p:nvPr/>
          </p:nvSpPr>
          <p:spPr>
            <a:xfrm>
              <a:off x="3114475" y="225947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p36"/>
            <p:cNvSpPr/>
            <p:nvPr/>
          </p:nvSpPr>
          <p:spPr>
            <a:xfrm>
              <a:off x="3114475" y="2351000"/>
              <a:ext cx="421475" cy="15725"/>
            </a:xfrm>
            <a:custGeom>
              <a:rect b="b" l="l" r="r" t="t"/>
              <a:pathLst>
                <a:path extrusionOk="0" h="629" w="16859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p36"/>
            <p:cNvSpPr/>
            <p:nvPr/>
          </p:nvSpPr>
          <p:spPr>
            <a:xfrm>
              <a:off x="3114475" y="2448025"/>
              <a:ext cx="421475" cy="15750"/>
            </a:xfrm>
            <a:custGeom>
              <a:rect b="b" l="l" r="r" t="t"/>
              <a:pathLst>
                <a:path extrusionOk="0" h="630" w="16859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36"/>
            <p:cNvSpPr/>
            <p:nvPr/>
          </p:nvSpPr>
          <p:spPr>
            <a:xfrm>
              <a:off x="1902750" y="2663150"/>
              <a:ext cx="1494575" cy="451550"/>
            </a:xfrm>
            <a:custGeom>
              <a:rect b="b" l="l" r="r" t="t"/>
              <a:pathLst>
                <a:path extrusionOk="0" h="18062" w="59783">
                  <a:moveTo>
                    <a:pt x="59431" y="1"/>
                  </a:moveTo>
                  <a:cubicBezTo>
                    <a:pt x="59357" y="1"/>
                    <a:pt x="59283" y="29"/>
                    <a:pt x="59228" y="84"/>
                  </a:cubicBezTo>
                  <a:lnTo>
                    <a:pt x="45585" y="14466"/>
                  </a:lnTo>
                  <a:lnTo>
                    <a:pt x="33052" y="5001"/>
                  </a:lnTo>
                  <a:cubicBezTo>
                    <a:pt x="33003" y="4968"/>
                    <a:pt x="32945" y="4950"/>
                    <a:pt x="32887" y="4950"/>
                  </a:cubicBezTo>
                  <a:cubicBezTo>
                    <a:pt x="32816" y="4950"/>
                    <a:pt x="32744" y="4977"/>
                    <a:pt x="32683" y="5038"/>
                  </a:cubicBezTo>
                  <a:lnTo>
                    <a:pt x="24290" y="12654"/>
                  </a:lnTo>
                  <a:lnTo>
                    <a:pt x="14345" y="3707"/>
                  </a:lnTo>
                  <a:cubicBezTo>
                    <a:pt x="14294" y="3656"/>
                    <a:pt x="14226" y="3628"/>
                    <a:pt x="14154" y="3628"/>
                  </a:cubicBezTo>
                  <a:cubicBezTo>
                    <a:pt x="14071" y="3628"/>
                    <a:pt x="13981" y="3665"/>
                    <a:pt x="13902" y="3744"/>
                  </a:cubicBezTo>
                  <a:lnTo>
                    <a:pt x="112" y="17534"/>
                  </a:lnTo>
                  <a:cubicBezTo>
                    <a:pt x="1" y="17645"/>
                    <a:pt x="1" y="17830"/>
                    <a:pt x="112" y="17978"/>
                  </a:cubicBezTo>
                  <a:cubicBezTo>
                    <a:pt x="167" y="18033"/>
                    <a:pt x="250" y="18061"/>
                    <a:pt x="333" y="18061"/>
                  </a:cubicBezTo>
                  <a:cubicBezTo>
                    <a:pt x="417" y="18061"/>
                    <a:pt x="500" y="18033"/>
                    <a:pt x="555" y="17978"/>
                  </a:cubicBezTo>
                  <a:lnTo>
                    <a:pt x="14160" y="4373"/>
                  </a:lnTo>
                  <a:lnTo>
                    <a:pt x="24069" y="13283"/>
                  </a:lnTo>
                  <a:cubicBezTo>
                    <a:pt x="24142" y="13338"/>
                    <a:pt x="24216" y="13366"/>
                    <a:pt x="24290" y="13366"/>
                  </a:cubicBezTo>
                  <a:cubicBezTo>
                    <a:pt x="24364" y="13366"/>
                    <a:pt x="24438" y="13338"/>
                    <a:pt x="24512" y="13283"/>
                  </a:cubicBezTo>
                  <a:lnTo>
                    <a:pt x="32905" y="5667"/>
                  </a:lnTo>
                  <a:lnTo>
                    <a:pt x="45438" y="15131"/>
                  </a:lnTo>
                  <a:cubicBezTo>
                    <a:pt x="45504" y="15164"/>
                    <a:pt x="45578" y="15183"/>
                    <a:pt x="45646" y="15183"/>
                  </a:cubicBezTo>
                  <a:cubicBezTo>
                    <a:pt x="45729" y="15183"/>
                    <a:pt x="45804" y="15155"/>
                    <a:pt x="45844" y="15094"/>
                  </a:cubicBezTo>
                  <a:lnTo>
                    <a:pt x="59671" y="528"/>
                  </a:lnTo>
                  <a:cubicBezTo>
                    <a:pt x="59782" y="380"/>
                    <a:pt x="59782" y="195"/>
                    <a:pt x="59634" y="84"/>
                  </a:cubicBezTo>
                  <a:cubicBezTo>
                    <a:pt x="59579" y="29"/>
                    <a:pt x="59505" y="1"/>
                    <a:pt x="59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36"/>
            <p:cNvSpPr/>
            <p:nvPr/>
          </p:nvSpPr>
          <p:spPr>
            <a:xfrm>
              <a:off x="2210525" y="2716075"/>
              <a:ext cx="91525" cy="91525"/>
            </a:xfrm>
            <a:custGeom>
              <a:rect b="b" l="l" r="r" t="t"/>
              <a:pathLst>
                <a:path extrusionOk="0" h="3661" w="3661">
                  <a:moveTo>
                    <a:pt x="1812" y="0"/>
                  </a:moveTo>
                  <a:cubicBezTo>
                    <a:pt x="814" y="0"/>
                    <a:pt x="1" y="814"/>
                    <a:pt x="1" y="1812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48" y="3661"/>
                    <a:pt x="3661" y="2847"/>
                    <a:pt x="3661" y="1812"/>
                  </a:cubicBezTo>
                  <a:cubicBezTo>
                    <a:pt x="3661" y="814"/>
                    <a:pt x="2848" y="0"/>
                    <a:pt x="1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4" name="Google Shape;1804;p36"/>
            <p:cNvSpPr/>
            <p:nvPr/>
          </p:nvSpPr>
          <p:spPr>
            <a:xfrm>
              <a:off x="2203150" y="2708675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07" y="629"/>
                  </a:moveTo>
                  <a:cubicBezTo>
                    <a:pt x="2958" y="629"/>
                    <a:pt x="3623" y="1295"/>
                    <a:pt x="3623" y="2108"/>
                  </a:cubicBezTo>
                  <a:cubicBezTo>
                    <a:pt x="3623" y="2958"/>
                    <a:pt x="2958" y="3624"/>
                    <a:pt x="2107" y="3624"/>
                  </a:cubicBezTo>
                  <a:cubicBezTo>
                    <a:pt x="1294" y="3624"/>
                    <a:pt x="592" y="2958"/>
                    <a:pt x="592" y="2108"/>
                  </a:cubicBezTo>
                  <a:cubicBezTo>
                    <a:pt x="592" y="1295"/>
                    <a:pt x="1294" y="629"/>
                    <a:pt x="2107" y="629"/>
                  </a:cubicBezTo>
                  <a:close/>
                  <a:moveTo>
                    <a:pt x="2107" y="1"/>
                  </a:moveTo>
                  <a:cubicBezTo>
                    <a:pt x="924" y="1"/>
                    <a:pt x="0" y="962"/>
                    <a:pt x="0" y="2108"/>
                  </a:cubicBezTo>
                  <a:cubicBezTo>
                    <a:pt x="0" y="3291"/>
                    <a:pt x="924" y="4252"/>
                    <a:pt x="2107" y="4252"/>
                  </a:cubicBezTo>
                  <a:cubicBezTo>
                    <a:pt x="3291" y="4252"/>
                    <a:pt x="4252" y="3291"/>
                    <a:pt x="4252" y="2108"/>
                  </a:cubicBezTo>
                  <a:cubicBezTo>
                    <a:pt x="4252" y="962"/>
                    <a:pt x="3291" y="1"/>
                    <a:pt x="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5" name="Google Shape;1805;p36"/>
            <p:cNvSpPr/>
            <p:nvPr/>
          </p:nvSpPr>
          <p:spPr>
            <a:xfrm>
              <a:off x="2679125" y="2748425"/>
              <a:ext cx="91550" cy="91525"/>
            </a:xfrm>
            <a:custGeom>
              <a:rect b="b" l="l" r="r" t="t"/>
              <a:pathLst>
                <a:path extrusionOk="0" h="3661" w="3662">
                  <a:moveTo>
                    <a:pt x="1813" y="0"/>
                  </a:moveTo>
                  <a:cubicBezTo>
                    <a:pt x="814" y="0"/>
                    <a:pt x="1" y="814"/>
                    <a:pt x="1" y="1849"/>
                  </a:cubicBezTo>
                  <a:cubicBezTo>
                    <a:pt x="1" y="2847"/>
                    <a:pt x="814" y="3661"/>
                    <a:pt x="1813" y="3661"/>
                  </a:cubicBezTo>
                  <a:cubicBezTo>
                    <a:pt x="2848" y="3661"/>
                    <a:pt x="3661" y="2847"/>
                    <a:pt x="3661" y="1849"/>
                  </a:cubicBezTo>
                  <a:cubicBezTo>
                    <a:pt x="3661" y="814"/>
                    <a:pt x="2848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p36"/>
            <p:cNvSpPr/>
            <p:nvPr/>
          </p:nvSpPr>
          <p:spPr>
            <a:xfrm>
              <a:off x="2671750" y="2741025"/>
              <a:ext cx="106300" cy="106325"/>
            </a:xfrm>
            <a:custGeom>
              <a:rect b="b" l="l" r="r" t="t"/>
              <a:pathLst>
                <a:path extrusionOk="0" h="4253" w="4252">
                  <a:moveTo>
                    <a:pt x="2108" y="629"/>
                  </a:moveTo>
                  <a:cubicBezTo>
                    <a:pt x="2958" y="629"/>
                    <a:pt x="3623" y="1295"/>
                    <a:pt x="3623" y="2145"/>
                  </a:cubicBezTo>
                  <a:cubicBezTo>
                    <a:pt x="3623" y="2958"/>
                    <a:pt x="2958" y="3661"/>
                    <a:pt x="2108" y="3661"/>
                  </a:cubicBezTo>
                  <a:cubicBezTo>
                    <a:pt x="1294" y="3661"/>
                    <a:pt x="592" y="2958"/>
                    <a:pt x="592" y="2145"/>
                  </a:cubicBezTo>
                  <a:cubicBezTo>
                    <a:pt x="592" y="1295"/>
                    <a:pt x="1294" y="629"/>
                    <a:pt x="2108" y="629"/>
                  </a:cubicBezTo>
                  <a:close/>
                  <a:moveTo>
                    <a:pt x="2108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08" y="4252"/>
                  </a:cubicBezTo>
                  <a:cubicBezTo>
                    <a:pt x="3291" y="4252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7" name="Google Shape;1807;p36"/>
            <p:cNvSpPr/>
            <p:nvPr/>
          </p:nvSpPr>
          <p:spPr>
            <a:xfrm>
              <a:off x="2998000" y="2989650"/>
              <a:ext cx="91525" cy="91525"/>
            </a:xfrm>
            <a:custGeom>
              <a:rect b="b" l="l" r="r" t="t"/>
              <a:pathLst>
                <a:path extrusionOk="0" h="3661" w="3661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1"/>
                    <a:pt x="814" y="3661"/>
                    <a:pt x="1812" y="3661"/>
                  </a:cubicBezTo>
                  <a:cubicBezTo>
                    <a:pt x="2848" y="3661"/>
                    <a:pt x="3661" y="2811"/>
                    <a:pt x="3661" y="1812"/>
                  </a:cubicBezTo>
                  <a:cubicBezTo>
                    <a:pt x="3661" y="814"/>
                    <a:pt x="2848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8" name="Google Shape;1808;p36"/>
            <p:cNvSpPr/>
            <p:nvPr/>
          </p:nvSpPr>
          <p:spPr>
            <a:xfrm>
              <a:off x="2990625" y="2982275"/>
              <a:ext cx="106300" cy="106300"/>
            </a:xfrm>
            <a:custGeom>
              <a:rect b="b" l="l" r="r" t="t"/>
              <a:pathLst>
                <a:path extrusionOk="0" h="4252" w="4252">
                  <a:moveTo>
                    <a:pt x="2107" y="592"/>
                  </a:moveTo>
                  <a:cubicBezTo>
                    <a:pt x="2958" y="592"/>
                    <a:pt x="3623" y="1294"/>
                    <a:pt x="3623" y="2107"/>
                  </a:cubicBezTo>
                  <a:cubicBezTo>
                    <a:pt x="3623" y="2958"/>
                    <a:pt x="2958" y="3623"/>
                    <a:pt x="2107" y="3623"/>
                  </a:cubicBezTo>
                  <a:cubicBezTo>
                    <a:pt x="1294" y="3623"/>
                    <a:pt x="592" y="2958"/>
                    <a:pt x="592" y="2107"/>
                  </a:cubicBezTo>
                  <a:cubicBezTo>
                    <a:pt x="592" y="1294"/>
                    <a:pt x="1294" y="592"/>
                    <a:pt x="2107" y="592"/>
                  </a:cubicBezTo>
                  <a:close/>
                  <a:moveTo>
                    <a:pt x="2107" y="0"/>
                  </a:moveTo>
                  <a:cubicBezTo>
                    <a:pt x="961" y="0"/>
                    <a:pt x="0" y="924"/>
                    <a:pt x="0" y="2107"/>
                  </a:cubicBezTo>
                  <a:cubicBezTo>
                    <a:pt x="0" y="3290"/>
                    <a:pt x="961" y="4252"/>
                    <a:pt x="2107" y="4252"/>
                  </a:cubicBezTo>
                  <a:cubicBezTo>
                    <a:pt x="3290" y="4252"/>
                    <a:pt x="4252" y="3290"/>
                    <a:pt x="4252" y="2107"/>
                  </a:cubicBezTo>
                  <a:cubicBezTo>
                    <a:pt x="4252" y="924"/>
                    <a:pt x="3290" y="0"/>
                    <a:pt x="2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9" name="Google Shape;1809;p36"/>
            <p:cNvSpPr/>
            <p:nvPr/>
          </p:nvSpPr>
          <p:spPr>
            <a:xfrm>
              <a:off x="3336300" y="2625500"/>
              <a:ext cx="91525" cy="90600"/>
            </a:xfrm>
            <a:custGeom>
              <a:rect b="b" l="l" r="r" t="t"/>
              <a:pathLst>
                <a:path extrusionOk="0" h="3624" w="3661">
                  <a:moveTo>
                    <a:pt x="1849" y="0"/>
                  </a:moveTo>
                  <a:cubicBezTo>
                    <a:pt x="813" y="0"/>
                    <a:pt x="0" y="814"/>
                    <a:pt x="0" y="1812"/>
                  </a:cubicBezTo>
                  <a:cubicBezTo>
                    <a:pt x="0" y="2810"/>
                    <a:pt x="813" y="3623"/>
                    <a:pt x="1849" y="3623"/>
                  </a:cubicBezTo>
                  <a:cubicBezTo>
                    <a:pt x="2847" y="3623"/>
                    <a:pt x="3660" y="2810"/>
                    <a:pt x="3660" y="1812"/>
                  </a:cubicBezTo>
                  <a:cubicBezTo>
                    <a:pt x="3660" y="814"/>
                    <a:pt x="2847" y="0"/>
                    <a:pt x="18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0" name="Google Shape;1810;p36"/>
            <p:cNvSpPr/>
            <p:nvPr/>
          </p:nvSpPr>
          <p:spPr>
            <a:xfrm>
              <a:off x="3328900" y="2617175"/>
              <a:ext cx="106300" cy="107250"/>
            </a:xfrm>
            <a:custGeom>
              <a:rect b="b" l="l" r="r" t="t"/>
              <a:pathLst>
                <a:path extrusionOk="0" h="4290" w="4252">
                  <a:moveTo>
                    <a:pt x="2145" y="629"/>
                  </a:moveTo>
                  <a:cubicBezTo>
                    <a:pt x="2958" y="629"/>
                    <a:pt x="3660" y="1295"/>
                    <a:pt x="3660" y="2145"/>
                  </a:cubicBezTo>
                  <a:cubicBezTo>
                    <a:pt x="3660" y="2995"/>
                    <a:pt x="2958" y="3661"/>
                    <a:pt x="2145" y="3661"/>
                  </a:cubicBezTo>
                  <a:cubicBezTo>
                    <a:pt x="1294" y="3661"/>
                    <a:pt x="629" y="2995"/>
                    <a:pt x="629" y="2145"/>
                  </a:cubicBezTo>
                  <a:cubicBezTo>
                    <a:pt x="629" y="1295"/>
                    <a:pt x="1294" y="629"/>
                    <a:pt x="2145" y="629"/>
                  </a:cubicBezTo>
                  <a:close/>
                  <a:moveTo>
                    <a:pt x="2145" y="1"/>
                  </a:moveTo>
                  <a:cubicBezTo>
                    <a:pt x="962" y="1"/>
                    <a:pt x="0" y="962"/>
                    <a:pt x="0" y="2145"/>
                  </a:cubicBezTo>
                  <a:cubicBezTo>
                    <a:pt x="0" y="3328"/>
                    <a:pt x="962" y="4289"/>
                    <a:pt x="2145" y="4289"/>
                  </a:cubicBezTo>
                  <a:cubicBezTo>
                    <a:pt x="3291" y="4289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1" name="Google Shape;1811;p36"/>
            <p:cNvSpPr/>
            <p:nvPr/>
          </p:nvSpPr>
          <p:spPr>
            <a:xfrm>
              <a:off x="1865775" y="3060825"/>
              <a:ext cx="90600" cy="91525"/>
            </a:xfrm>
            <a:custGeom>
              <a:rect b="b" l="l" r="r" t="t"/>
              <a:pathLst>
                <a:path extrusionOk="0" h="3661" w="3624">
                  <a:moveTo>
                    <a:pt x="1812" y="1"/>
                  </a:moveTo>
                  <a:cubicBezTo>
                    <a:pt x="814" y="1"/>
                    <a:pt x="1" y="814"/>
                    <a:pt x="1" y="1849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11" y="3661"/>
                    <a:pt x="3624" y="2847"/>
                    <a:pt x="3624" y="1849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p36"/>
            <p:cNvSpPr/>
            <p:nvPr/>
          </p:nvSpPr>
          <p:spPr>
            <a:xfrm>
              <a:off x="1857475" y="3053425"/>
              <a:ext cx="107225" cy="106325"/>
            </a:xfrm>
            <a:custGeom>
              <a:rect b="b" l="l" r="r" t="t"/>
              <a:pathLst>
                <a:path extrusionOk="0" h="4253" w="4289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8"/>
                    <a:pt x="2995" y="3661"/>
                    <a:pt x="2144" y="3661"/>
                  </a:cubicBezTo>
                  <a:cubicBezTo>
                    <a:pt x="1294" y="3661"/>
                    <a:pt x="629" y="2958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44" y="4252"/>
                  </a:cubicBezTo>
                  <a:cubicBezTo>
                    <a:pt x="3327" y="4252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3" name="Google Shape;1813;p36"/>
            <p:cNvSpPr/>
            <p:nvPr/>
          </p:nvSpPr>
          <p:spPr>
            <a:xfrm>
              <a:off x="2464700" y="2931425"/>
              <a:ext cx="90600" cy="90600"/>
            </a:xfrm>
            <a:custGeom>
              <a:rect b="b" l="l" r="r" t="t"/>
              <a:pathLst>
                <a:path extrusionOk="0" h="3624" w="3624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0"/>
                    <a:pt x="814" y="3624"/>
                    <a:pt x="1812" y="3624"/>
                  </a:cubicBezTo>
                  <a:cubicBezTo>
                    <a:pt x="2811" y="3624"/>
                    <a:pt x="3624" y="2810"/>
                    <a:pt x="3624" y="1812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p36"/>
            <p:cNvSpPr/>
            <p:nvPr/>
          </p:nvSpPr>
          <p:spPr>
            <a:xfrm>
              <a:off x="2456400" y="2923100"/>
              <a:ext cx="107225" cy="106325"/>
            </a:xfrm>
            <a:custGeom>
              <a:rect b="b" l="l" r="r" t="t"/>
              <a:pathLst>
                <a:path extrusionOk="0" h="4253" w="4289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9"/>
                    <a:pt x="2995" y="3661"/>
                    <a:pt x="2144" y="3661"/>
                  </a:cubicBezTo>
                  <a:cubicBezTo>
                    <a:pt x="1294" y="3661"/>
                    <a:pt x="629" y="2959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3"/>
                    <a:pt x="2144" y="4253"/>
                  </a:cubicBezTo>
                  <a:cubicBezTo>
                    <a:pt x="3327" y="4253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5" name="Google Shape;1815;p36"/>
            <p:cNvSpPr/>
            <p:nvPr/>
          </p:nvSpPr>
          <p:spPr>
            <a:xfrm>
              <a:off x="3707850" y="1843575"/>
              <a:ext cx="52700" cy="1651675"/>
            </a:xfrm>
            <a:custGeom>
              <a:rect b="b" l="l" r="r" t="t"/>
              <a:pathLst>
                <a:path extrusionOk="0" h="66067" w="2108">
                  <a:moveTo>
                    <a:pt x="1035" y="0"/>
                  </a:moveTo>
                  <a:cubicBezTo>
                    <a:pt x="481" y="0"/>
                    <a:pt x="0" y="481"/>
                    <a:pt x="0" y="1072"/>
                  </a:cubicBezTo>
                  <a:lnTo>
                    <a:pt x="0" y="65032"/>
                  </a:lnTo>
                  <a:cubicBezTo>
                    <a:pt x="0" y="65586"/>
                    <a:pt x="481" y="66067"/>
                    <a:pt x="1035" y="66067"/>
                  </a:cubicBezTo>
                  <a:cubicBezTo>
                    <a:pt x="1627" y="66067"/>
                    <a:pt x="2108" y="65586"/>
                    <a:pt x="2108" y="65032"/>
                  </a:cubicBezTo>
                  <a:lnTo>
                    <a:pt x="2108" y="1072"/>
                  </a:lnTo>
                  <a:cubicBezTo>
                    <a:pt x="2108" y="481"/>
                    <a:pt x="1627" y="0"/>
                    <a:pt x="1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6" name="Google Shape;1816;p36"/>
            <p:cNvSpPr/>
            <p:nvPr/>
          </p:nvSpPr>
          <p:spPr>
            <a:xfrm>
              <a:off x="3700450" y="1836175"/>
              <a:ext cx="67500" cy="1666475"/>
            </a:xfrm>
            <a:custGeom>
              <a:rect b="b" l="l" r="r" t="t"/>
              <a:pathLst>
                <a:path extrusionOk="0" h="66659" w="2700">
                  <a:moveTo>
                    <a:pt x="1331" y="629"/>
                  </a:moveTo>
                  <a:cubicBezTo>
                    <a:pt x="1738" y="629"/>
                    <a:pt x="2071" y="962"/>
                    <a:pt x="2071" y="1368"/>
                  </a:cubicBezTo>
                  <a:lnTo>
                    <a:pt x="2071" y="65328"/>
                  </a:lnTo>
                  <a:cubicBezTo>
                    <a:pt x="2071" y="65734"/>
                    <a:pt x="1738" y="66067"/>
                    <a:pt x="1331" y="66067"/>
                  </a:cubicBezTo>
                  <a:cubicBezTo>
                    <a:pt x="925" y="66067"/>
                    <a:pt x="592" y="65734"/>
                    <a:pt x="592" y="65328"/>
                  </a:cubicBezTo>
                  <a:lnTo>
                    <a:pt x="592" y="1368"/>
                  </a:lnTo>
                  <a:cubicBezTo>
                    <a:pt x="592" y="962"/>
                    <a:pt x="925" y="629"/>
                    <a:pt x="1331" y="629"/>
                  </a:cubicBezTo>
                  <a:close/>
                  <a:moveTo>
                    <a:pt x="1331" y="0"/>
                  </a:moveTo>
                  <a:cubicBezTo>
                    <a:pt x="592" y="0"/>
                    <a:pt x="0" y="592"/>
                    <a:pt x="0" y="1368"/>
                  </a:cubicBezTo>
                  <a:lnTo>
                    <a:pt x="0" y="65328"/>
                  </a:lnTo>
                  <a:cubicBezTo>
                    <a:pt x="0" y="66067"/>
                    <a:pt x="592" y="66659"/>
                    <a:pt x="1331" y="66659"/>
                  </a:cubicBezTo>
                  <a:cubicBezTo>
                    <a:pt x="2108" y="66659"/>
                    <a:pt x="2699" y="66067"/>
                    <a:pt x="2699" y="65328"/>
                  </a:cubicBezTo>
                  <a:lnTo>
                    <a:pt x="2699" y="1368"/>
                  </a:lnTo>
                  <a:cubicBezTo>
                    <a:pt x="2699" y="592"/>
                    <a:pt x="2108" y="0"/>
                    <a:pt x="1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p36"/>
            <p:cNvSpPr/>
            <p:nvPr/>
          </p:nvSpPr>
          <p:spPr>
            <a:xfrm>
              <a:off x="4015625" y="2157825"/>
              <a:ext cx="307800" cy="14800"/>
            </a:xfrm>
            <a:custGeom>
              <a:rect b="b" l="l" r="r" t="t"/>
              <a:pathLst>
                <a:path extrusionOk="0" h="592" w="12312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8" name="Google Shape;1818;p36"/>
            <p:cNvSpPr/>
            <p:nvPr/>
          </p:nvSpPr>
          <p:spPr>
            <a:xfrm>
              <a:off x="3805825" y="2157825"/>
              <a:ext cx="118325" cy="14800"/>
            </a:xfrm>
            <a:custGeom>
              <a:rect b="b" l="l" r="r" t="t"/>
              <a:pathLst>
                <a:path extrusionOk="0" h="592" w="4733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9" name="Google Shape;1819;p36"/>
            <p:cNvSpPr/>
            <p:nvPr/>
          </p:nvSpPr>
          <p:spPr>
            <a:xfrm>
              <a:off x="4256850" y="2234525"/>
              <a:ext cx="66575" cy="15750"/>
            </a:xfrm>
            <a:custGeom>
              <a:rect b="b" l="l" r="r" t="t"/>
              <a:pathLst>
                <a:path extrusionOk="0" h="630" w="2663">
                  <a:moveTo>
                    <a:pt x="334" y="1"/>
                  </a:moveTo>
                  <a:cubicBezTo>
                    <a:pt x="149" y="1"/>
                    <a:pt x="1" y="149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0" name="Google Shape;1820;p36"/>
            <p:cNvSpPr/>
            <p:nvPr/>
          </p:nvSpPr>
          <p:spPr>
            <a:xfrm>
              <a:off x="4112675" y="2234525"/>
              <a:ext cx="118325" cy="15750"/>
            </a:xfrm>
            <a:custGeom>
              <a:rect b="b" l="l" r="r" t="t"/>
              <a:pathLst>
                <a:path extrusionOk="0" h="630" w="4733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1" name="Google Shape;1821;p36"/>
            <p:cNvSpPr/>
            <p:nvPr/>
          </p:nvSpPr>
          <p:spPr>
            <a:xfrm>
              <a:off x="3805825" y="2234525"/>
              <a:ext cx="253275" cy="15750"/>
            </a:xfrm>
            <a:custGeom>
              <a:rect b="b" l="l" r="r" t="t"/>
              <a:pathLst>
                <a:path extrusionOk="0" h="630" w="10131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2" name="Google Shape;1822;p36"/>
            <p:cNvSpPr/>
            <p:nvPr/>
          </p:nvSpPr>
          <p:spPr>
            <a:xfrm>
              <a:off x="4047975" y="2312175"/>
              <a:ext cx="275450" cy="15725"/>
            </a:xfrm>
            <a:custGeom>
              <a:rect b="b" l="l" r="r" t="t"/>
              <a:pathLst>
                <a:path extrusionOk="0" h="629" w="11018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3" name="Google Shape;1823;p36"/>
            <p:cNvSpPr/>
            <p:nvPr/>
          </p:nvSpPr>
          <p:spPr>
            <a:xfrm>
              <a:off x="3805825" y="2312175"/>
              <a:ext cx="201500" cy="15725"/>
            </a:xfrm>
            <a:custGeom>
              <a:rect b="b" l="l" r="r" t="t"/>
              <a:pathLst>
                <a:path extrusionOk="0" h="629" w="806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4" name="Google Shape;1824;p36"/>
            <p:cNvSpPr/>
            <p:nvPr/>
          </p:nvSpPr>
          <p:spPr>
            <a:xfrm>
              <a:off x="4196775" y="2389800"/>
              <a:ext cx="126650" cy="14825"/>
            </a:xfrm>
            <a:custGeom>
              <a:rect b="b" l="l" r="r" t="t"/>
              <a:pathLst>
                <a:path extrusionOk="0" h="593" w="5066">
                  <a:moveTo>
                    <a:pt x="296" y="1"/>
                  </a:moveTo>
                  <a:cubicBezTo>
                    <a:pt x="149" y="1"/>
                    <a:pt x="1" y="112"/>
                    <a:pt x="1" y="297"/>
                  </a:cubicBezTo>
                  <a:cubicBezTo>
                    <a:pt x="1" y="444"/>
                    <a:pt x="149" y="592"/>
                    <a:pt x="296" y="592"/>
                  </a:cubicBezTo>
                  <a:lnTo>
                    <a:pt x="4770" y="592"/>
                  </a:lnTo>
                  <a:cubicBezTo>
                    <a:pt x="4955" y="592"/>
                    <a:pt x="5066" y="444"/>
                    <a:pt x="5066" y="297"/>
                  </a:cubicBezTo>
                  <a:cubicBezTo>
                    <a:pt x="5066" y="112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5" name="Google Shape;1825;p36"/>
            <p:cNvSpPr/>
            <p:nvPr/>
          </p:nvSpPr>
          <p:spPr>
            <a:xfrm>
              <a:off x="3917650" y="2389800"/>
              <a:ext cx="247725" cy="14825"/>
            </a:xfrm>
            <a:custGeom>
              <a:rect b="b" l="l" r="r" t="t"/>
              <a:pathLst>
                <a:path extrusionOk="0" h="593" w="9909">
                  <a:moveTo>
                    <a:pt x="296" y="1"/>
                  </a:moveTo>
                  <a:cubicBezTo>
                    <a:pt x="148" y="1"/>
                    <a:pt x="1" y="112"/>
                    <a:pt x="1" y="297"/>
                  </a:cubicBezTo>
                  <a:cubicBezTo>
                    <a:pt x="1" y="444"/>
                    <a:pt x="148" y="592"/>
                    <a:pt x="296" y="592"/>
                  </a:cubicBezTo>
                  <a:lnTo>
                    <a:pt x="9613" y="592"/>
                  </a:lnTo>
                  <a:cubicBezTo>
                    <a:pt x="9798" y="592"/>
                    <a:pt x="9909" y="444"/>
                    <a:pt x="9909" y="297"/>
                  </a:cubicBezTo>
                  <a:cubicBezTo>
                    <a:pt x="9909" y="112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6" name="Google Shape;1826;p36"/>
            <p:cNvSpPr/>
            <p:nvPr/>
          </p:nvSpPr>
          <p:spPr>
            <a:xfrm>
              <a:off x="3805825" y="2389800"/>
              <a:ext cx="75800" cy="14825"/>
            </a:xfrm>
            <a:custGeom>
              <a:rect b="b" l="l" r="r" t="t"/>
              <a:pathLst>
                <a:path extrusionOk="0" h="593" w="3032">
                  <a:moveTo>
                    <a:pt x="333" y="1"/>
                  </a:moveTo>
                  <a:cubicBezTo>
                    <a:pt x="148" y="1"/>
                    <a:pt x="0" y="112"/>
                    <a:pt x="0" y="297"/>
                  </a:cubicBezTo>
                  <a:cubicBezTo>
                    <a:pt x="0" y="444"/>
                    <a:pt x="148" y="592"/>
                    <a:pt x="333" y="592"/>
                  </a:cubicBezTo>
                  <a:lnTo>
                    <a:pt x="2736" y="592"/>
                  </a:lnTo>
                  <a:cubicBezTo>
                    <a:pt x="2921" y="592"/>
                    <a:pt x="3032" y="444"/>
                    <a:pt x="3032" y="297"/>
                  </a:cubicBezTo>
                  <a:cubicBezTo>
                    <a:pt x="3032" y="112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7" name="Google Shape;1827;p36"/>
            <p:cNvSpPr/>
            <p:nvPr/>
          </p:nvSpPr>
          <p:spPr>
            <a:xfrm>
              <a:off x="4015625" y="2457275"/>
              <a:ext cx="307800" cy="14825"/>
            </a:xfrm>
            <a:custGeom>
              <a:rect b="b" l="l" r="r" t="t"/>
              <a:pathLst>
                <a:path extrusionOk="0" h="593" w="12312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8" name="Google Shape;1828;p36"/>
            <p:cNvSpPr/>
            <p:nvPr/>
          </p:nvSpPr>
          <p:spPr>
            <a:xfrm>
              <a:off x="3805825" y="2457275"/>
              <a:ext cx="118325" cy="14825"/>
            </a:xfrm>
            <a:custGeom>
              <a:rect b="b" l="l" r="r" t="t"/>
              <a:pathLst>
                <a:path extrusionOk="0" h="593" w="4733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9" name="Google Shape;1829;p36"/>
            <p:cNvSpPr/>
            <p:nvPr/>
          </p:nvSpPr>
          <p:spPr>
            <a:xfrm>
              <a:off x="4256850" y="2534000"/>
              <a:ext cx="66575" cy="15725"/>
            </a:xfrm>
            <a:custGeom>
              <a:rect b="b" l="l" r="r" t="t"/>
              <a:pathLst>
                <a:path extrusionOk="0" h="629" w="2663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0" name="Google Shape;1830;p36"/>
            <p:cNvSpPr/>
            <p:nvPr/>
          </p:nvSpPr>
          <p:spPr>
            <a:xfrm>
              <a:off x="4112675" y="2534000"/>
              <a:ext cx="118325" cy="15725"/>
            </a:xfrm>
            <a:custGeom>
              <a:rect b="b" l="l" r="r" t="t"/>
              <a:pathLst>
                <a:path extrusionOk="0" h="629" w="4733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1" name="Google Shape;1831;p36"/>
            <p:cNvSpPr/>
            <p:nvPr/>
          </p:nvSpPr>
          <p:spPr>
            <a:xfrm>
              <a:off x="3805825" y="2534000"/>
              <a:ext cx="253275" cy="15725"/>
            </a:xfrm>
            <a:custGeom>
              <a:rect b="b" l="l" r="r" t="t"/>
              <a:pathLst>
                <a:path extrusionOk="0" h="629" w="10131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2" name="Google Shape;1832;p36"/>
            <p:cNvSpPr/>
            <p:nvPr/>
          </p:nvSpPr>
          <p:spPr>
            <a:xfrm>
              <a:off x="4047975" y="2611625"/>
              <a:ext cx="275450" cy="15750"/>
            </a:xfrm>
            <a:custGeom>
              <a:rect b="b" l="l" r="r" t="t"/>
              <a:pathLst>
                <a:path extrusionOk="0" h="630" w="11018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3" name="Google Shape;1833;p36"/>
            <p:cNvSpPr/>
            <p:nvPr/>
          </p:nvSpPr>
          <p:spPr>
            <a:xfrm>
              <a:off x="3805825" y="2611625"/>
              <a:ext cx="201500" cy="15750"/>
            </a:xfrm>
            <a:custGeom>
              <a:rect b="b" l="l" r="r" t="t"/>
              <a:pathLst>
                <a:path extrusionOk="0" h="630" w="806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4" name="Google Shape;1834;p36"/>
            <p:cNvSpPr/>
            <p:nvPr/>
          </p:nvSpPr>
          <p:spPr>
            <a:xfrm>
              <a:off x="4196775" y="2688350"/>
              <a:ext cx="126650" cy="15725"/>
            </a:xfrm>
            <a:custGeom>
              <a:rect b="b" l="l" r="r" t="t"/>
              <a:pathLst>
                <a:path extrusionOk="0" h="629" w="5066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5" name="Google Shape;1835;p36"/>
            <p:cNvSpPr/>
            <p:nvPr/>
          </p:nvSpPr>
          <p:spPr>
            <a:xfrm>
              <a:off x="3917650" y="2688350"/>
              <a:ext cx="247725" cy="15725"/>
            </a:xfrm>
            <a:custGeom>
              <a:rect b="b" l="l" r="r" t="t"/>
              <a:pathLst>
                <a:path extrusionOk="0" h="629" w="9909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6" name="Google Shape;1836;p36"/>
            <p:cNvSpPr/>
            <p:nvPr/>
          </p:nvSpPr>
          <p:spPr>
            <a:xfrm>
              <a:off x="3805825" y="2688350"/>
              <a:ext cx="75800" cy="15725"/>
            </a:xfrm>
            <a:custGeom>
              <a:rect b="b" l="l" r="r" t="t"/>
              <a:pathLst>
                <a:path extrusionOk="0" h="629" w="3032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7" name="Google Shape;1837;p36"/>
            <p:cNvSpPr/>
            <p:nvPr/>
          </p:nvSpPr>
          <p:spPr>
            <a:xfrm>
              <a:off x="4015625" y="2756750"/>
              <a:ext cx="307800" cy="14800"/>
            </a:xfrm>
            <a:custGeom>
              <a:rect b="b" l="l" r="r" t="t"/>
              <a:pathLst>
                <a:path extrusionOk="0" h="592" w="12312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8" name="Google Shape;1838;p36"/>
            <p:cNvSpPr/>
            <p:nvPr/>
          </p:nvSpPr>
          <p:spPr>
            <a:xfrm>
              <a:off x="3805825" y="2756750"/>
              <a:ext cx="118325" cy="14800"/>
            </a:xfrm>
            <a:custGeom>
              <a:rect b="b" l="l" r="r" t="t"/>
              <a:pathLst>
                <a:path extrusionOk="0" h="592" w="4733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9" name="Google Shape;1839;p36"/>
            <p:cNvSpPr/>
            <p:nvPr/>
          </p:nvSpPr>
          <p:spPr>
            <a:xfrm>
              <a:off x="4256850" y="2833450"/>
              <a:ext cx="66575" cy="15750"/>
            </a:xfrm>
            <a:custGeom>
              <a:rect b="b" l="l" r="r" t="t"/>
              <a:pathLst>
                <a:path extrusionOk="0" h="630" w="2663">
                  <a:moveTo>
                    <a:pt x="334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4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0" name="Google Shape;1840;p36"/>
            <p:cNvSpPr/>
            <p:nvPr/>
          </p:nvSpPr>
          <p:spPr>
            <a:xfrm>
              <a:off x="4112675" y="2833450"/>
              <a:ext cx="118325" cy="15750"/>
            </a:xfrm>
            <a:custGeom>
              <a:rect b="b" l="l" r="r" t="t"/>
              <a:pathLst>
                <a:path extrusionOk="0" h="630" w="4733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4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1" name="Google Shape;1841;p36"/>
            <p:cNvSpPr/>
            <p:nvPr/>
          </p:nvSpPr>
          <p:spPr>
            <a:xfrm>
              <a:off x="3805825" y="2833450"/>
              <a:ext cx="253275" cy="15750"/>
            </a:xfrm>
            <a:custGeom>
              <a:rect b="b" l="l" r="r" t="t"/>
              <a:pathLst>
                <a:path extrusionOk="0" h="630" w="10131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4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2" name="Google Shape;1842;p36"/>
            <p:cNvSpPr/>
            <p:nvPr/>
          </p:nvSpPr>
          <p:spPr>
            <a:xfrm>
              <a:off x="4047975" y="2911100"/>
              <a:ext cx="275450" cy="15725"/>
            </a:xfrm>
            <a:custGeom>
              <a:rect b="b" l="l" r="r" t="t"/>
              <a:pathLst>
                <a:path extrusionOk="0" h="629" w="11018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3" name="Google Shape;1843;p36"/>
            <p:cNvSpPr/>
            <p:nvPr/>
          </p:nvSpPr>
          <p:spPr>
            <a:xfrm>
              <a:off x="3805825" y="2911100"/>
              <a:ext cx="201500" cy="15725"/>
            </a:xfrm>
            <a:custGeom>
              <a:rect b="b" l="l" r="r" t="t"/>
              <a:pathLst>
                <a:path extrusionOk="0" h="629" w="806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4" name="Google Shape;1844;p36"/>
            <p:cNvSpPr/>
            <p:nvPr/>
          </p:nvSpPr>
          <p:spPr>
            <a:xfrm>
              <a:off x="4196775" y="2987800"/>
              <a:ext cx="126650" cy="15750"/>
            </a:xfrm>
            <a:custGeom>
              <a:rect b="b" l="l" r="r" t="t"/>
              <a:pathLst>
                <a:path extrusionOk="0" h="630" w="5066">
                  <a:moveTo>
                    <a:pt x="296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4"/>
                  </a:cubicBezTo>
                  <a:cubicBezTo>
                    <a:pt x="5066" y="149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5" name="Google Shape;1845;p36"/>
            <p:cNvSpPr/>
            <p:nvPr/>
          </p:nvSpPr>
          <p:spPr>
            <a:xfrm>
              <a:off x="3917650" y="2987800"/>
              <a:ext cx="247725" cy="15750"/>
            </a:xfrm>
            <a:custGeom>
              <a:rect b="b" l="l" r="r" t="t"/>
              <a:pathLst>
                <a:path extrusionOk="0" h="630" w="9909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4"/>
                  </a:cubicBezTo>
                  <a:cubicBezTo>
                    <a:pt x="9909" y="149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p36"/>
            <p:cNvSpPr/>
            <p:nvPr/>
          </p:nvSpPr>
          <p:spPr>
            <a:xfrm>
              <a:off x="3805825" y="2987800"/>
              <a:ext cx="75800" cy="15750"/>
            </a:xfrm>
            <a:custGeom>
              <a:rect b="b" l="l" r="r" t="t"/>
              <a:pathLst>
                <a:path extrusionOk="0" h="630" w="3032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4"/>
                  </a:cubicBezTo>
                  <a:cubicBezTo>
                    <a:pt x="3032" y="149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p36"/>
            <p:cNvSpPr/>
            <p:nvPr/>
          </p:nvSpPr>
          <p:spPr>
            <a:xfrm>
              <a:off x="4015625" y="3056200"/>
              <a:ext cx="307800" cy="14825"/>
            </a:xfrm>
            <a:custGeom>
              <a:rect b="b" l="l" r="r" t="t"/>
              <a:pathLst>
                <a:path extrusionOk="0" h="593" w="12312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p36"/>
            <p:cNvSpPr/>
            <p:nvPr/>
          </p:nvSpPr>
          <p:spPr>
            <a:xfrm>
              <a:off x="3805825" y="3056200"/>
              <a:ext cx="118325" cy="14825"/>
            </a:xfrm>
            <a:custGeom>
              <a:rect b="b" l="l" r="r" t="t"/>
              <a:pathLst>
                <a:path extrusionOk="0" h="593" w="4733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9" name="Google Shape;1849;p36"/>
            <p:cNvSpPr/>
            <p:nvPr/>
          </p:nvSpPr>
          <p:spPr>
            <a:xfrm>
              <a:off x="4256850" y="3132925"/>
              <a:ext cx="66575" cy="15725"/>
            </a:xfrm>
            <a:custGeom>
              <a:rect b="b" l="l" r="r" t="t"/>
              <a:pathLst>
                <a:path extrusionOk="0" h="629" w="2663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0" name="Google Shape;1850;p36"/>
            <p:cNvSpPr/>
            <p:nvPr/>
          </p:nvSpPr>
          <p:spPr>
            <a:xfrm>
              <a:off x="4112675" y="3132925"/>
              <a:ext cx="118325" cy="15725"/>
            </a:xfrm>
            <a:custGeom>
              <a:rect b="b" l="l" r="r" t="t"/>
              <a:pathLst>
                <a:path extrusionOk="0" h="629" w="4733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1" name="Google Shape;1851;p36"/>
            <p:cNvSpPr/>
            <p:nvPr/>
          </p:nvSpPr>
          <p:spPr>
            <a:xfrm>
              <a:off x="3805825" y="3132925"/>
              <a:ext cx="253275" cy="15725"/>
            </a:xfrm>
            <a:custGeom>
              <a:rect b="b" l="l" r="r" t="t"/>
              <a:pathLst>
                <a:path extrusionOk="0" h="629" w="10131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2" name="Google Shape;1852;p36"/>
            <p:cNvSpPr/>
            <p:nvPr/>
          </p:nvSpPr>
          <p:spPr>
            <a:xfrm>
              <a:off x="4047975" y="3210550"/>
              <a:ext cx="275450" cy="14825"/>
            </a:xfrm>
            <a:custGeom>
              <a:rect b="b" l="l" r="r" t="t"/>
              <a:pathLst>
                <a:path extrusionOk="0" h="593" w="11018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296" y="592"/>
                  </a:cubicBezTo>
                  <a:lnTo>
                    <a:pt x="10722" y="592"/>
                  </a:lnTo>
                  <a:cubicBezTo>
                    <a:pt x="10907" y="592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3" name="Google Shape;1853;p36"/>
            <p:cNvSpPr/>
            <p:nvPr/>
          </p:nvSpPr>
          <p:spPr>
            <a:xfrm>
              <a:off x="3805825" y="3210550"/>
              <a:ext cx="201500" cy="14825"/>
            </a:xfrm>
            <a:custGeom>
              <a:rect b="b" l="l" r="r" t="t"/>
              <a:pathLst>
                <a:path extrusionOk="0" h="593" w="806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7764" y="592"/>
                  </a:lnTo>
                  <a:cubicBezTo>
                    <a:pt x="7949" y="592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4" name="Google Shape;1854;p36"/>
            <p:cNvSpPr/>
            <p:nvPr/>
          </p:nvSpPr>
          <p:spPr>
            <a:xfrm>
              <a:off x="4196775" y="3287275"/>
              <a:ext cx="126650" cy="15725"/>
            </a:xfrm>
            <a:custGeom>
              <a:rect b="b" l="l" r="r" t="t"/>
              <a:pathLst>
                <a:path extrusionOk="0" h="629" w="5066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5" name="Google Shape;1855;p36"/>
            <p:cNvSpPr/>
            <p:nvPr/>
          </p:nvSpPr>
          <p:spPr>
            <a:xfrm>
              <a:off x="3917650" y="3287275"/>
              <a:ext cx="247725" cy="15725"/>
            </a:xfrm>
            <a:custGeom>
              <a:rect b="b" l="l" r="r" t="t"/>
              <a:pathLst>
                <a:path extrusionOk="0" h="629" w="9909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6" name="Google Shape;1856;p36"/>
            <p:cNvSpPr/>
            <p:nvPr/>
          </p:nvSpPr>
          <p:spPr>
            <a:xfrm>
              <a:off x="3805825" y="3287275"/>
              <a:ext cx="75800" cy="15725"/>
            </a:xfrm>
            <a:custGeom>
              <a:rect b="b" l="l" r="r" t="t"/>
              <a:pathLst>
                <a:path extrusionOk="0" h="629" w="3032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7" name="Google Shape;1857;p36"/>
            <p:cNvSpPr/>
            <p:nvPr/>
          </p:nvSpPr>
          <p:spPr>
            <a:xfrm>
              <a:off x="1700350" y="3333475"/>
              <a:ext cx="69325" cy="154400"/>
            </a:xfrm>
            <a:custGeom>
              <a:rect b="b" l="l" r="r" t="t"/>
              <a:pathLst>
                <a:path extrusionOk="0" h="6176" w="2773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8" name="Google Shape;1858;p36"/>
            <p:cNvSpPr/>
            <p:nvPr/>
          </p:nvSpPr>
          <p:spPr>
            <a:xfrm>
              <a:off x="1838975" y="3401875"/>
              <a:ext cx="69350" cy="86000"/>
            </a:xfrm>
            <a:custGeom>
              <a:rect b="b" l="l" r="r" t="t"/>
              <a:pathLst>
                <a:path extrusionOk="0" h="3440" w="2774">
                  <a:moveTo>
                    <a:pt x="1" y="1"/>
                  </a:moveTo>
                  <a:lnTo>
                    <a:pt x="1" y="3439"/>
                  </a:lnTo>
                  <a:lnTo>
                    <a:pt x="2774" y="3439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9" name="Google Shape;1859;p36"/>
            <p:cNvSpPr/>
            <p:nvPr/>
          </p:nvSpPr>
          <p:spPr>
            <a:xfrm>
              <a:off x="1977625" y="3441625"/>
              <a:ext cx="69350" cy="46250"/>
            </a:xfrm>
            <a:custGeom>
              <a:rect b="b" l="l" r="r" t="t"/>
              <a:pathLst>
                <a:path extrusionOk="0" h="1850" w="2774">
                  <a:moveTo>
                    <a:pt x="0" y="0"/>
                  </a:moveTo>
                  <a:lnTo>
                    <a:pt x="0" y="1849"/>
                  </a:lnTo>
                  <a:lnTo>
                    <a:pt x="2773" y="1849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0" name="Google Shape;1860;p36"/>
            <p:cNvSpPr/>
            <p:nvPr/>
          </p:nvSpPr>
          <p:spPr>
            <a:xfrm>
              <a:off x="2116250" y="3378775"/>
              <a:ext cx="69350" cy="109100"/>
            </a:xfrm>
            <a:custGeom>
              <a:rect b="b" l="l" r="r" t="t"/>
              <a:pathLst>
                <a:path extrusionOk="0" h="4364" w="2774">
                  <a:moveTo>
                    <a:pt x="1" y="0"/>
                  </a:moveTo>
                  <a:lnTo>
                    <a:pt x="1" y="4363"/>
                  </a:lnTo>
                  <a:lnTo>
                    <a:pt x="2774" y="4363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1" name="Google Shape;1861;p36"/>
            <p:cNvSpPr/>
            <p:nvPr/>
          </p:nvSpPr>
          <p:spPr>
            <a:xfrm>
              <a:off x="2254900" y="3418525"/>
              <a:ext cx="69350" cy="69350"/>
            </a:xfrm>
            <a:custGeom>
              <a:rect b="b" l="l" r="r" t="t"/>
              <a:pathLst>
                <a:path extrusionOk="0" h="2774" w="2774">
                  <a:moveTo>
                    <a:pt x="0" y="0"/>
                  </a:moveTo>
                  <a:lnTo>
                    <a:pt x="0" y="2773"/>
                  </a:lnTo>
                  <a:lnTo>
                    <a:pt x="2773" y="2773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2" name="Google Shape;1862;p36"/>
            <p:cNvSpPr/>
            <p:nvPr/>
          </p:nvSpPr>
          <p:spPr>
            <a:xfrm>
              <a:off x="2393550" y="3373225"/>
              <a:ext cx="69325" cy="114650"/>
            </a:xfrm>
            <a:custGeom>
              <a:rect b="b" l="l" r="r" t="t"/>
              <a:pathLst>
                <a:path extrusionOk="0" h="4586" w="2773">
                  <a:moveTo>
                    <a:pt x="0" y="1"/>
                  </a:moveTo>
                  <a:lnTo>
                    <a:pt x="0" y="4585"/>
                  </a:lnTo>
                  <a:lnTo>
                    <a:pt x="2773" y="458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3" name="Google Shape;1863;p36"/>
            <p:cNvSpPr/>
            <p:nvPr/>
          </p:nvSpPr>
          <p:spPr>
            <a:xfrm>
              <a:off x="2532175" y="3468425"/>
              <a:ext cx="69350" cy="19450"/>
            </a:xfrm>
            <a:custGeom>
              <a:rect b="b" l="l" r="r" t="t"/>
              <a:pathLst>
                <a:path extrusionOk="0" h="778" w="2774">
                  <a:moveTo>
                    <a:pt x="1" y="1"/>
                  </a:moveTo>
                  <a:lnTo>
                    <a:pt x="1" y="777"/>
                  </a:lnTo>
                  <a:lnTo>
                    <a:pt x="2773" y="777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4" name="Google Shape;1864;p36"/>
            <p:cNvSpPr/>
            <p:nvPr/>
          </p:nvSpPr>
          <p:spPr>
            <a:xfrm>
              <a:off x="2670825" y="3333475"/>
              <a:ext cx="69350" cy="154400"/>
            </a:xfrm>
            <a:custGeom>
              <a:rect b="b" l="l" r="r" t="t"/>
              <a:pathLst>
                <a:path extrusionOk="0" h="6176" w="2774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5" name="Google Shape;1865;p36"/>
            <p:cNvSpPr/>
            <p:nvPr/>
          </p:nvSpPr>
          <p:spPr>
            <a:xfrm>
              <a:off x="2809450" y="3431450"/>
              <a:ext cx="69350" cy="56425"/>
            </a:xfrm>
            <a:custGeom>
              <a:rect b="b" l="l" r="r" t="t"/>
              <a:pathLst>
                <a:path extrusionOk="0" h="2257" w="2774">
                  <a:moveTo>
                    <a:pt x="1" y="1"/>
                  </a:moveTo>
                  <a:lnTo>
                    <a:pt x="1" y="2256"/>
                  </a:lnTo>
                  <a:lnTo>
                    <a:pt x="2774" y="2256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6" name="Google Shape;1866;p36"/>
            <p:cNvSpPr/>
            <p:nvPr/>
          </p:nvSpPr>
          <p:spPr>
            <a:xfrm>
              <a:off x="2948100" y="3465650"/>
              <a:ext cx="69350" cy="22225"/>
            </a:xfrm>
            <a:custGeom>
              <a:rect b="b" l="l" r="r" t="t"/>
              <a:pathLst>
                <a:path extrusionOk="0" h="889" w="2774">
                  <a:moveTo>
                    <a:pt x="0" y="1"/>
                  </a:moveTo>
                  <a:lnTo>
                    <a:pt x="0" y="888"/>
                  </a:lnTo>
                  <a:lnTo>
                    <a:pt x="2773" y="88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7" name="Google Shape;1867;p36"/>
            <p:cNvSpPr/>
            <p:nvPr/>
          </p:nvSpPr>
          <p:spPr>
            <a:xfrm>
              <a:off x="3086750" y="3437000"/>
              <a:ext cx="69325" cy="50875"/>
            </a:xfrm>
            <a:custGeom>
              <a:rect b="b" l="l" r="r" t="t"/>
              <a:pathLst>
                <a:path extrusionOk="0" h="2035" w="2773">
                  <a:moveTo>
                    <a:pt x="0" y="1"/>
                  </a:moveTo>
                  <a:lnTo>
                    <a:pt x="0" y="2034"/>
                  </a:lnTo>
                  <a:lnTo>
                    <a:pt x="2773" y="2034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8" name="Google Shape;1868;p36"/>
            <p:cNvSpPr/>
            <p:nvPr/>
          </p:nvSpPr>
          <p:spPr>
            <a:xfrm>
              <a:off x="3225375" y="3333475"/>
              <a:ext cx="69350" cy="154400"/>
            </a:xfrm>
            <a:custGeom>
              <a:rect b="b" l="l" r="r" t="t"/>
              <a:pathLst>
                <a:path extrusionOk="0" h="6176" w="2774">
                  <a:moveTo>
                    <a:pt x="1" y="1"/>
                  </a:moveTo>
                  <a:lnTo>
                    <a:pt x="1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p36"/>
            <p:cNvSpPr/>
            <p:nvPr/>
          </p:nvSpPr>
          <p:spPr>
            <a:xfrm>
              <a:off x="3364025" y="3364900"/>
              <a:ext cx="69325" cy="122975"/>
            </a:xfrm>
            <a:custGeom>
              <a:rect b="b" l="l" r="r" t="t"/>
              <a:pathLst>
                <a:path extrusionOk="0" h="4919" w="2773">
                  <a:moveTo>
                    <a:pt x="0" y="1"/>
                  </a:moveTo>
                  <a:lnTo>
                    <a:pt x="0" y="4918"/>
                  </a:lnTo>
                  <a:lnTo>
                    <a:pt x="2773" y="491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0" name="Google Shape;1870;p36"/>
            <p:cNvSpPr/>
            <p:nvPr/>
          </p:nvSpPr>
          <p:spPr>
            <a:xfrm>
              <a:off x="3502650" y="3386175"/>
              <a:ext cx="69350" cy="101700"/>
            </a:xfrm>
            <a:custGeom>
              <a:rect b="b" l="l" r="r" t="t"/>
              <a:pathLst>
                <a:path extrusionOk="0" h="4068" w="2774">
                  <a:moveTo>
                    <a:pt x="1" y="0"/>
                  </a:moveTo>
                  <a:lnTo>
                    <a:pt x="1" y="4067"/>
                  </a:lnTo>
                  <a:lnTo>
                    <a:pt x="2774" y="4067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1" name="Google Shape;1871;p36"/>
            <p:cNvSpPr/>
            <p:nvPr/>
          </p:nvSpPr>
          <p:spPr>
            <a:xfrm>
              <a:off x="3855725" y="1244650"/>
              <a:ext cx="170100" cy="822625"/>
            </a:xfrm>
            <a:custGeom>
              <a:rect b="b" l="l" r="r" t="t"/>
              <a:pathLst>
                <a:path extrusionOk="0" h="32905" w="6804">
                  <a:moveTo>
                    <a:pt x="296" y="0"/>
                  </a:moveTo>
                  <a:cubicBezTo>
                    <a:pt x="222" y="0"/>
                    <a:pt x="148" y="37"/>
                    <a:pt x="111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32571"/>
                  </a:lnTo>
                  <a:cubicBezTo>
                    <a:pt x="1" y="32756"/>
                    <a:pt x="148" y="32904"/>
                    <a:pt x="296" y="32904"/>
                  </a:cubicBezTo>
                  <a:cubicBezTo>
                    <a:pt x="481" y="32904"/>
                    <a:pt x="629" y="32756"/>
                    <a:pt x="629" y="32571"/>
                  </a:cubicBezTo>
                  <a:lnTo>
                    <a:pt x="629" y="629"/>
                  </a:lnTo>
                  <a:lnTo>
                    <a:pt x="6507" y="629"/>
                  </a:lnTo>
                  <a:cubicBezTo>
                    <a:pt x="6655" y="629"/>
                    <a:pt x="6803" y="481"/>
                    <a:pt x="6803" y="296"/>
                  </a:cubicBezTo>
                  <a:cubicBezTo>
                    <a:pt x="6803" y="148"/>
                    <a:pt x="6655" y="0"/>
                    <a:pt x="6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2" name="Google Shape;1872;p36"/>
            <p:cNvSpPr/>
            <p:nvPr/>
          </p:nvSpPr>
          <p:spPr>
            <a:xfrm>
              <a:off x="4130225" y="1239100"/>
              <a:ext cx="302275" cy="14800"/>
            </a:xfrm>
            <a:custGeom>
              <a:rect b="b" l="l" r="r" t="t"/>
              <a:pathLst>
                <a:path extrusionOk="0" h="592" w="12091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592"/>
                    <a:pt x="334" y="592"/>
                  </a:cubicBezTo>
                  <a:lnTo>
                    <a:pt x="11757" y="592"/>
                  </a:lnTo>
                  <a:cubicBezTo>
                    <a:pt x="11942" y="592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3" name="Google Shape;1873;p36"/>
            <p:cNvSpPr/>
            <p:nvPr/>
          </p:nvSpPr>
          <p:spPr>
            <a:xfrm>
              <a:off x="4130225" y="1330600"/>
              <a:ext cx="302275" cy="15725"/>
            </a:xfrm>
            <a:custGeom>
              <a:rect b="b" l="l" r="r" t="t"/>
              <a:pathLst>
                <a:path extrusionOk="0" h="629" w="12091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4" name="Google Shape;1874;p36"/>
            <p:cNvSpPr/>
            <p:nvPr/>
          </p:nvSpPr>
          <p:spPr>
            <a:xfrm>
              <a:off x="4130225" y="1422100"/>
              <a:ext cx="302275" cy="15725"/>
            </a:xfrm>
            <a:custGeom>
              <a:rect b="b" l="l" r="r" t="t"/>
              <a:pathLst>
                <a:path extrusionOk="0" h="629" w="12091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36"/>
            <p:cNvSpPr/>
            <p:nvPr/>
          </p:nvSpPr>
          <p:spPr>
            <a:xfrm>
              <a:off x="1709575" y="4545200"/>
              <a:ext cx="317975" cy="15750"/>
            </a:xfrm>
            <a:custGeom>
              <a:rect b="b" l="l" r="r" t="t"/>
              <a:pathLst>
                <a:path extrusionOk="0" h="630" w="12719">
                  <a:moveTo>
                    <a:pt x="297" y="1"/>
                  </a:moveTo>
                  <a:cubicBezTo>
                    <a:pt x="112" y="1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p36"/>
            <p:cNvSpPr/>
            <p:nvPr/>
          </p:nvSpPr>
          <p:spPr>
            <a:xfrm>
              <a:off x="1709575" y="4631150"/>
              <a:ext cx="317975" cy="15750"/>
            </a:xfrm>
            <a:custGeom>
              <a:rect b="b" l="l" r="r" t="t"/>
              <a:pathLst>
                <a:path extrusionOk="0" h="630" w="12719">
                  <a:moveTo>
                    <a:pt x="297" y="1"/>
                  </a:moveTo>
                  <a:cubicBezTo>
                    <a:pt x="112" y="1"/>
                    <a:pt x="1" y="149"/>
                    <a:pt x="1" y="297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7"/>
                  </a:cubicBezTo>
                  <a:cubicBezTo>
                    <a:pt x="12719" y="149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7" name="Google Shape;1877;p36"/>
            <p:cNvSpPr/>
            <p:nvPr/>
          </p:nvSpPr>
          <p:spPr>
            <a:xfrm>
              <a:off x="1709575" y="4717125"/>
              <a:ext cx="317975" cy="15725"/>
            </a:xfrm>
            <a:custGeom>
              <a:rect b="b" l="l" r="r" t="t"/>
              <a:pathLst>
                <a:path extrusionOk="0" h="629" w="12719">
                  <a:moveTo>
                    <a:pt x="297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8" name="Google Shape;1878;p36"/>
            <p:cNvSpPr/>
            <p:nvPr/>
          </p:nvSpPr>
          <p:spPr>
            <a:xfrm>
              <a:off x="1709575" y="4803075"/>
              <a:ext cx="317975" cy="14800"/>
            </a:xfrm>
            <a:custGeom>
              <a:rect b="b" l="l" r="r" t="t"/>
              <a:pathLst>
                <a:path extrusionOk="0" h="592" w="12719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81"/>
                    <a:pt x="112" y="592"/>
                    <a:pt x="297" y="592"/>
                  </a:cubicBezTo>
                  <a:lnTo>
                    <a:pt x="12423" y="592"/>
                  </a:lnTo>
                  <a:cubicBezTo>
                    <a:pt x="12608" y="592"/>
                    <a:pt x="12719" y="481"/>
                    <a:pt x="12719" y="296"/>
                  </a:cubicBezTo>
                  <a:cubicBezTo>
                    <a:pt x="12719" y="111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p36"/>
            <p:cNvSpPr/>
            <p:nvPr/>
          </p:nvSpPr>
          <p:spPr>
            <a:xfrm>
              <a:off x="2163400" y="3753100"/>
              <a:ext cx="949250" cy="949250"/>
            </a:xfrm>
            <a:custGeom>
              <a:rect b="b" l="l" r="r" t="t"/>
              <a:pathLst>
                <a:path extrusionOk="0" h="37970" w="37970">
                  <a:moveTo>
                    <a:pt x="19003" y="1"/>
                  </a:moveTo>
                  <a:cubicBezTo>
                    <a:pt x="8504" y="1"/>
                    <a:pt x="0" y="8504"/>
                    <a:pt x="0" y="19004"/>
                  </a:cubicBezTo>
                  <a:cubicBezTo>
                    <a:pt x="0" y="29466"/>
                    <a:pt x="8504" y="37970"/>
                    <a:pt x="19003" y="37970"/>
                  </a:cubicBezTo>
                  <a:cubicBezTo>
                    <a:pt x="29466" y="37970"/>
                    <a:pt x="37969" y="29466"/>
                    <a:pt x="37969" y="19004"/>
                  </a:cubicBezTo>
                  <a:cubicBezTo>
                    <a:pt x="37969" y="8504"/>
                    <a:pt x="29466" y="1"/>
                    <a:pt x="19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p36"/>
            <p:cNvSpPr/>
            <p:nvPr/>
          </p:nvSpPr>
          <p:spPr>
            <a:xfrm>
              <a:off x="2155075" y="3744775"/>
              <a:ext cx="965875" cy="965900"/>
            </a:xfrm>
            <a:custGeom>
              <a:rect b="b" l="l" r="r" t="t"/>
              <a:pathLst>
                <a:path extrusionOk="0" h="38636" w="38635">
                  <a:moveTo>
                    <a:pt x="19336" y="629"/>
                  </a:moveTo>
                  <a:cubicBezTo>
                    <a:pt x="24475" y="629"/>
                    <a:pt x="29133" y="2737"/>
                    <a:pt x="32535" y="6101"/>
                  </a:cubicBezTo>
                  <a:cubicBezTo>
                    <a:pt x="35899" y="9502"/>
                    <a:pt x="38006" y="14161"/>
                    <a:pt x="38006" y="19337"/>
                  </a:cubicBezTo>
                  <a:cubicBezTo>
                    <a:pt x="38006" y="24476"/>
                    <a:pt x="35899" y="29171"/>
                    <a:pt x="32535" y="32535"/>
                  </a:cubicBezTo>
                  <a:cubicBezTo>
                    <a:pt x="29133" y="35936"/>
                    <a:pt x="24475" y="38007"/>
                    <a:pt x="19336" y="38007"/>
                  </a:cubicBezTo>
                  <a:cubicBezTo>
                    <a:pt x="14160" y="38007"/>
                    <a:pt x="9502" y="35936"/>
                    <a:pt x="6101" y="32535"/>
                  </a:cubicBezTo>
                  <a:cubicBezTo>
                    <a:pt x="2736" y="29171"/>
                    <a:pt x="629" y="24476"/>
                    <a:pt x="629" y="19337"/>
                  </a:cubicBezTo>
                  <a:cubicBezTo>
                    <a:pt x="629" y="14161"/>
                    <a:pt x="2736" y="9502"/>
                    <a:pt x="6101" y="6101"/>
                  </a:cubicBezTo>
                  <a:cubicBezTo>
                    <a:pt x="9502" y="2737"/>
                    <a:pt x="14160" y="629"/>
                    <a:pt x="19336" y="629"/>
                  </a:cubicBezTo>
                  <a:close/>
                  <a:moveTo>
                    <a:pt x="19336" y="1"/>
                  </a:moveTo>
                  <a:cubicBezTo>
                    <a:pt x="8652" y="1"/>
                    <a:pt x="1" y="8652"/>
                    <a:pt x="1" y="19337"/>
                  </a:cubicBezTo>
                  <a:cubicBezTo>
                    <a:pt x="1" y="29984"/>
                    <a:pt x="8652" y="38635"/>
                    <a:pt x="19336" y="38635"/>
                  </a:cubicBezTo>
                  <a:cubicBezTo>
                    <a:pt x="29984" y="38635"/>
                    <a:pt x="38635" y="29984"/>
                    <a:pt x="38635" y="19337"/>
                  </a:cubicBezTo>
                  <a:cubicBezTo>
                    <a:pt x="38635" y="8652"/>
                    <a:pt x="29984" y="1"/>
                    <a:pt x="19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1" name="Google Shape;1881;p36"/>
            <p:cNvSpPr/>
            <p:nvPr/>
          </p:nvSpPr>
          <p:spPr>
            <a:xfrm>
              <a:off x="2283550" y="3873250"/>
              <a:ext cx="708950" cy="708950"/>
            </a:xfrm>
            <a:custGeom>
              <a:rect b="b" l="l" r="r" t="t"/>
              <a:pathLst>
                <a:path extrusionOk="0" h="28358" w="28358">
                  <a:moveTo>
                    <a:pt x="14197" y="1"/>
                  </a:moveTo>
                  <a:cubicBezTo>
                    <a:pt x="6360" y="1"/>
                    <a:pt x="1" y="6360"/>
                    <a:pt x="1" y="14198"/>
                  </a:cubicBezTo>
                  <a:cubicBezTo>
                    <a:pt x="1" y="22035"/>
                    <a:pt x="6360" y="28357"/>
                    <a:pt x="14197" y="28357"/>
                  </a:cubicBezTo>
                  <a:cubicBezTo>
                    <a:pt x="22035" y="28357"/>
                    <a:pt x="28357" y="22035"/>
                    <a:pt x="28357" y="14198"/>
                  </a:cubicBezTo>
                  <a:cubicBezTo>
                    <a:pt x="28357" y="6360"/>
                    <a:pt x="22035" y="1"/>
                    <a:pt x="14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2" name="Google Shape;1882;p36"/>
            <p:cNvSpPr/>
            <p:nvPr/>
          </p:nvSpPr>
          <p:spPr>
            <a:xfrm>
              <a:off x="2275225" y="3864950"/>
              <a:ext cx="725575" cy="725575"/>
            </a:xfrm>
            <a:custGeom>
              <a:rect b="b" l="l" r="r" t="t"/>
              <a:pathLst>
                <a:path extrusionOk="0" h="29023" w="29023">
                  <a:moveTo>
                    <a:pt x="14530" y="629"/>
                  </a:moveTo>
                  <a:cubicBezTo>
                    <a:pt x="18338" y="629"/>
                    <a:pt x="21813" y="2181"/>
                    <a:pt x="24327" y="4695"/>
                  </a:cubicBezTo>
                  <a:cubicBezTo>
                    <a:pt x="26841" y="7209"/>
                    <a:pt x="28394" y="10685"/>
                    <a:pt x="28394" y="14530"/>
                  </a:cubicBezTo>
                  <a:cubicBezTo>
                    <a:pt x="28394" y="18338"/>
                    <a:pt x="26841" y="21813"/>
                    <a:pt x="24327" y="24327"/>
                  </a:cubicBezTo>
                  <a:cubicBezTo>
                    <a:pt x="21813" y="26841"/>
                    <a:pt x="18338" y="28394"/>
                    <a:pt x="14530" y="28394"/>
                  </a:cubicBezTo>
                  <a:cubicBezTo>
                    <a:pt x="10685" y="28394"/>
                    <a:pt x="7210" y="26841"/>
                    <a:pt x="4696" y="24327"/>
                  </a:cubicBezTo>
                  <a:cubicBezTo>
                    <a:pt x="2182" y="21813"/>
                    <a:pt x="629" y="18338"/>
                    <a:pt x="629" y="14530"/>
                  </a:cubicBezTo>
                  <a:cubicBezTo>
                    <a:pt x="629" y="10685"/>
                    <a:pt x="2182" y="7209"/>
                    <a:pt x="4696" y="4695"/>
                  </a:cubicBezTo>
                  <a:cubicBezTo>
                    <a:pt x="7210" y="2181"/>
                    <a:pt x="10685" y="629"/>
                    <a:pt x="14530" y="629"/>
                  </a:cubicBezTo>
                  <a:close/>
                  <a:moveTo>
                    <a:pt x="14530" y="0"/>
                  </a:moveTo>
                  <a:cubicBezTo>
                    <a:pt x="6508" y="0"/>
                    <a:pt x="1" y="6507"/>
                    <a:pt x="1" y="14530"/>
                  </a:cubicBezTo>
                  <a:cubicBezTo>
                    <a:pt x="1" y="22515"/>
                    <a:pt x="6508" y="29022"/>
                    <a:pt x="14530" y="29022"/>
                  </a:cubicBezTo>
                  <a:cubicBezTo>
                    <a:pt x="22516" y="29022"/>
                    <a:pt x="29023" y="22515"/>
                    <a:pt x="29023" y="14530"/>
                  </a:cubicBezTo>
                  <a:cubicBezTo>
                    <a:pt x="29023" y="6507"/>
                    <a:pt x="22516" y="0"/>
                    <a:pt x="14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3" name="Google Shape;1883;p36"/>
            <p:cNvSpPr/>
            <p:nvPr/>
          </p:nvSpPr>
          <p:spPr>
            <a:xfrm>
              <a:off x="2413875" y="4003575"/>
              <a:ext cx="448300" cy="448300"/>
            </a:xfrm>
            <a:custGeom>
              <a:rect b="b" l="l" r="r" t="t"/>
              <a:pathLst>
                <a:path extrusionOk="0" h="17932" w="17932">
                  <a:moveTo>
                    <a:pt x="8984" y="1"/>
                  </a:moveTo>
                  <a:cubicBezTo>
                    <a:pt x="4030" y="1"/>
                    <a:pt x="0" y="4030"/>
                    <a:pt x="0" y="8985"/>
                  </a:cubicBezTo>
                  <a:cubicBezTo>
                    <a:pt x="0" y="13902"/>
                    <a:pt x="4030" y="17931"/>
                    <a:pt x="8984" y="17931"/>
                  </a:cubicBezTo>
                  <a:cubicBezTo>
                    <a:pt x="13901" y="17931"/>
                    <a:pt x="17931" y="13902"/>
                    <a:pt x="17931" y="8985"/>
                  </a:cubicBezTo>
                  <a:cubicBezTo>
                    <a:pt x="17931" y="4030"/>
                    <a:pt x="13901" y="1"/>
                    <a:pt x="8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4" name="Google Shape;1884;p36"/>
            <p:cNvSpPr/>
            <p:nvPr/>
          </p:nvSpPr>
          <p:spPr>
            <a:xfrm>
              <a:off x="2406475" y="3996175"/>
              <a:ext cx="463075" cy="463100"/>
            </a:xfrm>
            <a:custGeom>
              <a:rect b="b" l="l" r="r" t="t"/>
              <a:pathLst>
                <a:path extrusionOk="0" h="18524" w="18523">
                  <a:moveTo>
                    <a:pt x="9280" y="592"/>
                  </a:moveTo>
                  <a:cubicBezTo>
                    <a:pt x="11646" y="592"/>
                    <a:pt x="13828" y="1591"/>
                    <a:pt x="15380" y="3143"/>
                  </a:cubicBezTo>
                  <a:cubicBezTo>
                    <a:pt x="16933" y="4696"/>
                    <a:pt x="17931" y="6877"/>
                    <a:pt x="17931" y="9281"/>
                  </a:cubicBezTo>
                  <a:cubicBezTo>
                    <a:pt x="17931" y="11647"/>
                    <a:pt x="16933" y="13828"/>
                    <a:pt x="15380" y="15381"/>
                  </a:cubicBezTo>
                  <a:cubicBezTo>
                    <a:pt x="13828" y="16934"/>
                    <a:pt x="11646" y="17932"/>
                    <a:pt x="9280" y="17932"/>
                  </a:cubicBezTo>
                  <a:cubicBezTo>
                    <a:pt x="6877" y="17932"/>
                    <a:pt x="4696" y="16934"/>
                    <a:pt x="3143" y="15381"/>
                  </a:cubicBezTo>
                  <a:cubicBezTo>
                    <a:pt x="1590" y="13828"/>
                    <a:pt x="592" y="11647"/>
                    <a:pt x="592" y="9281"/>
                  </a:cubicBezTo>
                  <a:cubicBezTo>
                    <a:pt x="592" y="6877"/>
                    <a:pt x="1590" y="4696"/>
                    <a:pt x="3143" y="3143"/>
                  </a:cubicBezTo>
                  <a:cubicBezTo>
                    <a:pt x="4696" y="1591"/>
                    <a:pt x="6877" y="592"/>
                    <a:pt x="9280" y="592"/>
                  </a:cubicBezTo>
                  <a:close/>
                  <a:moveTo>
                    <a:pt x="9280" y="1"/>
                  </a:moveTo>
                  <a:cubicBezTo>
                    <a:pt x="4141" y="1"/>
                    <a:pt x="1" y="4142"/>
                    <a:pt x="1" y="9281"/>
                  </a:cubicBezTo>
                  <a:cubicBezTo>
                    <a:pt x="1" y="14383"/>
                    <a:pt x="4141" y="18523"/>
                    <a:pt x="9280" y="18523"/>
                  </a:cubicBezTo>
                  <a:cubicBezTo>
                    <a:pt x="14382" y="18523"/>
                    <a:pt x="18523" y="14383"/>
                    <a:pt x="18523" y="9281"/>
                  </a:cubicBezTo>
                  <a:cubicBezTo>
                    <a:pt x="18523" y="4142"/>
                    <a:pt x="14382" y="1"/>
                    <a:pt x="9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5" name="Google Shape;1885;p36"/>
            <p:cNvSpPr/>
            <p:nvPr/>
          </p:nvSpPr>
          <p:spPr>
            <a:xfrm>
              <a:off x="1636575" y="3993425"/>
              <a:ext cx="469550" cy="468625"/>
            </a:xfrm>
            <a:custGeom>
              <a:rect b="b" l="l" r="r" t="t"/>
              <a:pathLst>
                <a:path extrusionOk="0" h="18745" w="18782">
                  <a:moveTo>
                    <a:pt x="9391" y="0"/>
                  </a:moveTo>
                  <a:cubicBezTo>
                    <a:pt x="4215" y="0"/>
                    <a:pt x="0" y="4178"/>
                    <a:pt x="0" y="9391"/>
                  </a:cubicBezTo>
                  <a:cubicBezTo>
                    <a:pt x="0" y="14566"/>
                    <a:pt x="4215" y="18744"/>
                    <a:pt x="9391" y="18744"/>
                  </a:cubicBezTo>
                  <a:cubicBezTo>
                    <a:pt x="14567" y="18744"/>
                    <a:pt x="18781" y="14566"/>
                    <a:pt x="18781" y="9391"/>
                  </a:cubicBezTo>
                  <a:cubicBezTo>
                    <a:pt x="18781" y="4178"/>
                    <a:pt x="14567" y="0"/>
                    <a:pt x="93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6" name="Google Shape;1886;p36"/>
            <p:cNvSpPr/>
            <p:nvPr/>
          </p:nvSpPr>
          <p:spPr>
            <a:xfrm>
              <a:off x="1629175" y="3985100"/>
              <a:ext cx="484325" cy="485250"/>
            </a:xfrm>
            <a:custGeom>
              <a:rect b="b" l="l" r="r" t="t"/>
              <a:pathLst>
                <a:path extrusionOk="0" h="19410" w="19373">
                  <a:moveTo>
                    <a:pt x="9687" y="629"/>
                  </a:moveTo>
                  <a:cubicBezTo>
                    <a:pt x="12201" y="629"/>
                    <a:pt x="14456" y="1664"/>
                    <a:pt x="16120" y="3291"/>
                  </a:cubicBezTo>
                  <a:cubicBezTo>
                    <a:pt x="17746" y="4917"/>
                    <a:pt x="18744" y="7210"/>
                    <a:pt x="18744" y="9724"/>
                  </a:cubicBezTo>
                  <a:cubicBezTo>
                    <a:pt x="18744" y="12201"/>
                    <a:pt x="17746" y="14493"/>
                    <a:pt x="16120" y="16120"/>
                  </a:cubicBezTo>
                  <a:cubicBezTo>
                    <a:pt x="14456" y="17783"/>
                    <a:pt x="12201" y="18781"/>
                    <a:pt x="9687" y="18781"/>
                  </a:cubicBezTo>
                  <a:cubicBezTo>
                    <a:pt x="7173" y="18781"/>
                    <a:pt x="4917" y="17783"/>
                    <a:pt x="3254" y="16120"/>
                  </a:cubicBezTo>
                  <a:cubicBezTo>
                    <a:pt x="1627" y="14493"/>
                    <a:pt x="592" y="12201"/>
                    <a:pt x="592" y="9724"/>
                  </a:cubicBezTo>
                  <a:cubicBezTo>
                    <a:pt x="592" y="7210"/>
                    <a:pt x="1627" y="4917"/>
                    <a:pt x="3254" y="3291"/>
                  </a:cubicBezTo>
                  <a:cubicBezTo>
                    <a:pt x="4917" y="1664"/>
                    <a:pt x="7173" y="629"/>
                    <a:pt x="9687" y="629"/>
                  </a:cubicBezTo>
                  <a:close/>
                  <a:moveTo>
                    <a:pt x="9687" y="0"/>
                  </a:moveTo>
                  <a:cubicBezTo>
                    <a:pt x="4326" y="0"/>
                    <a:pt x="0" y="4363"/>
                    <a:pt x="0" y="9724"/>
                  </a:cubicBezTo>
                  <a:cubicBezTo>
                    <a:pt x="0" y="15047"/>
                    <a:pt x="4326" y="19410"/>
                    <a:pt x="9687" y="19410"/>
                  </a:cubicBezTo>
                  <a:cubicBezTo>
                    <a:pt x="15047" y="19410"/>
                    <a:pt x="19373" y="15047"/>
                    <a:pt x="19373" y="9724"/>
                  </a:cubicBezTo>
                  <a:cubicBezTo>
                    <a:pt x="19373" y="4363"/>
                    <a:pt x="15047" y="0"/>
                    <a:pt x="9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7" name="Google Shape;1887;p36"/>
            <p:cNvSpPr/>
            <p:nvPr/>
          </p:nvSpPr>
          <p:spPr>
            <a:xfrm>
              <a:off x="1740075" y="4096925"/>
              <a:ext cx="262525" cy="262525"/>
            </a:xfrm>
            <a:custGeom>
              <a:rect b="b" l="l" r="r" t="t"/>
              <a:pathLst>
                <a:path extrusionOk="0" h="10501" w="10501">
                  <a:moveTo>
                    <a:pt x="5251" y="1"/>
                  </a:moveTo>
                  <a:cubicBezTo>
                    <a:pt x="2367" y="1"/>
                    <a:pt x="1" y="2330"/>
                    <a:pt x="1" y="5251"/>
                  </a:cubicBezTo>
                  <a:cubicBezTo>
                    <a:pt x="1" y="8134"/>
                    <a:pt x="2367" y="10500"/>
                    <a:pt x="5251" y="10500"/>
                  </a:cubicBezTo>
                  <a:cubicBezTo>
                    <a:pt x="8134" y="10500"/>
                    <a:pt x="10501" y="8134"/>
                    <a:pt x="10501" y="5251"/>
                  </a:cubicBezTo>
                  <a:cubicBezTo>
                    <a:pt x="10501" y="2330"/>
                    <a:pt x="8134" y="1"/>
                    <a:pt x="5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8" name="Google Shape;1888;p36"/>
            <p:cNvSpPr/>
            <p:nvPr/>
          </p:nvSpPr>
          <p:spPr>
            <a:xfrm>
              <a:off x="1732700" y="4088600"/>
              <a:ext cx="277300" cy="278250"/>
            </a:xfrm>
            <a:custGeom>
              <a:rect b="b" l="l" r="r" t="t"/>
              <a:pathLst>
                <a:path extrusionOk="0" h="11130" w="11092">
                  <a:moveTo>
                    <a:pt x="5546" y="629"/>
                  </a:moveTo>
                  <a:cubicBezTo>
                    <a:pt x="6914" y="629"/>
                    <a:pt x="8134" y="1184"/>
                    <a:pt x="9021" y="2071"/>
                  </a:cubicBezTo>
                  <a:cubicBezTo>
                    <a:pt x="9945" y="2959"/>
                    <a:pt x="10500" y="4216"/>
                    <a:pt x="10500" y="5584"/>
                  </a:cubicBezTo>
                  <a:cubicBezTo>
                    <a:pt x="10500" y="6915"/>
                    <a:pt x="9945" y="8172"/>
                    <a:pt x="9021" y="9059"/>
                  </a:cubicBezTo>
                  <a:cubicBezTo>
                    <a:pt x="8134" y="9946"/>
                    <a:pt x="6914" y="10501"/>
                    <a:pt x="5546" y="10501"/>
                  </a:cubicBezTo>
                  <a:cubicBezTo>
                    <a:pt x="4178" y="10501"/>
                    <a:pt x="2958" y="9946"/>
                    <a:pt x="2033" y="9059"/>
                  </a:cubicBezTo>
                  <a:cubicBezTo>
                    <a:pt x="1146" y="8172"/>
                    <a:pt x="592" y="6915"/>
                    <a:pt x="592" y="5584"/>
                  </a:cubicBezTo>
                  <a:cubicBezTo>
                    <a:pt x="592" y="4216"/>
                    <a:pt x="1146" y="2959"/>
                    <a:pt x="2033" y="2071"/>
                  </a:cubicBezTo>
                  <a:cubicBezTo>
                    <a:pt x="2958" y="1184"/>
                    <a:pt x="4178" y="629"/>
                    <a:pt x="5546" y="629"/>
                  </a:cubicBezTo>
                  <a:close/>
                  <a:moveTo>
                    <a:pt x="5546" y="1"/>
                  </a:moveTo>
                  <a:cubicBezTo>
                    <a:pt x="2477" y="1"/>
                    <a:pt x="0" y="2515"/>
                    <a:pt x="0" y="5584"/>
                  </a:cubicBezTo>
                  <a:cubicBezTo>
                    <a:pt x="0" y="8652"/>
                    <a:pt x="2477" y="11129"/>
                    <a:pt x="5546" y="11129"/>
                  </a:cubicBezTo>
                  <a:cubicBezTo>
                    <a:pt x="8614" y="11129"/>
                    <a:pt x="11091" y="8652"/>
                    <a:pt x="11091" y="5584"/>
                  </a:cubicBezTo>
                  <a:cubicBezTo>
                    <a:pt x="11091" y="2515"/>
                    <a:pt x="8614" y="1"/>
                    <a:pt x="5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9" name="Google Shape;1889;p36"/>
            <p:cNvSpPr/>
            <p:nvPr/>
          </p:nvSpPr>
          <p:spPr>
            <a:xfrm>
              <a:off x="1304750" y="4090450"/>
              <a:ext cx="274525" cy="274550"/>
            </a:xfrm>
            <a:custGeom>
              <a:rect b="b" l="l" r="r" t="t"/>
              <a:pathLst>
                <a:path extrusionOk="0" h="10982" w="10981">
                  <a:moveTo>
                    <a:pt x="5509" y="1"/>
                  </a:moveTo>
                  <a:cubicBezTo>
                    <a:pt x="2478" y="1"/>
                    <a:pt x="1" y="2478"/>
                    <a:pt x="1" y="5510"/>
                  </a:cubicBezTo>
                  <a:cubicBezTo>
                    <a:pt x="1" y="8541"/>
                    <a:pt x="2478" y="10981"/>
                    <a:pt x="5509" y="10981"/>
                  </a:cubicBezTo>
                  <a:cubicBezTo>
                    <a:pt x="8541" y="10981"/>
                    <a:pt x="10981" y="8541"/>
                    <a:pt x="10981" y="5510"/>
                  </a:cubicBezTo>
                  <a:cubicBezTo>
                    <a:pt x="10981" y="2478"/>
                    <a:pt x="8541" y="1"/>
                    <a:pt x="55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0" name="Google Shape;1890;p36"/>
            <p:cNvSpPr/>
            <p:nvPr/>
          </p:nvSpPr>
          <p:spPr>
            <a:xfrm>
              <a:off x="1297350" y="4083075"/>
              <a:ext cx="290250" cy="289300"/>
            </a:xfrm>
            <a:custGeom>
              <a:rect b="b" l="l" r="r" t="t"/>
              <a:pathLst>
                <a:path extrusionOk="0" h="11572" w="11610">
                  <a:moveTo>
                    <a:pt x="5805" y="592"/>
                  </a:moveTo>
                  <a:cubicBezTo>
                    <a:pt x="7210" y="592"/>
                    <a:pt x="8504" y="1183"/>
                    <a:pt x="9465" y="2108"/>
                  </a:cubicBezTo>
                  <a:cubicBezTo>
                    <a:pt x="10390" y="3069"/>
                    <a:pt x="10981" y="4363"/>
                    <a:pt x="10981" y="5805"/>
                  </a:cubicBezTo>
                  <a:cubicBezTo>
                    <a:pt x="10981" y="7209"/>
                    <a:pt x="10390" y="8503"/>
                    <a:pt x="9465" y="9465"/>
                  </a:cubicBezTo>
                  <a:cubicBezTo>
                    <a:pt x="8504" y="10389"/>
                    <a:pt x="7210" y="10980"/>
                    <a:pt x="5805" y="10980"/>
                  </a:cubicBezTo>
                  <a:cubicBezTo>
                    <a:pt x="4363" y="10980"/>
                    <a:pt x="3070" y="10389"/>
                    <a:pt x="2108" y="9465"/>
                  </a:cubicBezTo>
                  <a:cubicBezTo>
                    <a:pt x="1184" y="8503"/>
                    <a:pt x="592" y="7209"/>
                    <a:pt x="592" y="5805"/>
                  </a:cubicBezTo>
                  <a:cubicBezTo>
                    <a:pt x="592" y="4363"/>
                    <a:pt x="1184" y="3069"/>
                    <a:pt x="2108" y="2108"/>
                  </a:cubicBezTo>
                  <a:cubicBezTo>
                    <a:pt x="3070" y="1183"/>
                    <a:pt x="4363" y="592"/>
                    <a:pt x="5805" y="592"/>
                  </a:cubicBezTo>
                  <a:close/>
                  <a:moveTo>
                    <a:pt x="5805" y="0"/>
                  </a:moveTo>
                  <a:cubicBezTo>
                    <a:pt x="2589" y="0"/>
                    <a:pt x="1" y="2588"/>
                    <a:pt x="1" y="5805"/>
                  </a:cubicBezTo>
                  <a:cubicBezTo>
                    <a:pt x="1" y="8984"/>
                    <a:pt x="2589" y="11572"/>
                    <a:pt x="5805" y="11572"/>
                  </a:cubicBezTo>
                  <a:cubicBezTo>
                    <a:pt x="8985" y="11572"/>
                    <a:pt x="11610" y="8984"/>
                    <a:pt x="11610" y="5805"/>
                  </a:cubicBezTo>
                  <a:cubicBezTo>
                    <a:pt x="11610" y="2588"/>
                    <a:pt x="8985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1" name="Google Shape;1891;p36"/>
            <p:cNvSpPr/>
            <p:nvPr/>
          </p:nvSpPr>
          <p:spPr>
            <a:xfrm>
              <a:off x="1364825" y="4150550"/>
              <a:ext cx="154375" cy="154375"/>
            </a:xfrm>
            <a:custGeom>
              <a:rect b="b" l="l" r="r" t="t"/>
              <a:pathLst>
                <a:path extrusionOk="0" h="6175" w="6175">
                  <a:moveTo>
                    <a:pt x="3106" y="0"/>
                  </a:moveTo>
                  <a:cubicBezTo>
                    <a:pt x="1406" y="0"/>
                    <a:pt x="1" y="1405"/>
                    <a:pt x="1" y="3106"/>
                  </a:cubicBezTo>
                  <a:cubicBezTo>
                    <a:pt x="1" y="4806"/>
                    <a:pt x="1406" y="6174"/>
                    <a:pt x="3106" y="6174"/>
                  </a:cubicBezTo>
                  <a:cubicBezTo>
                    <a:pt x="4807" y="6174"/>
                    <a:pt x="6175" y="4806"/>
                    <a:pt x="6175" y="3106"/>
                  </a:cubicBezTo>
                  <a:cubicBezTo>
                    <a:pt x="6175" y="1405"/>
                    <a:pt x="4807" y="0"/>
                    <a:pt x="3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2" name="Google Shape;1892;p36"/>
            <p:cNvSpPr/>
            <p:nvPr/>
          </p:nvSpPr>
          <p:spPr>
            <a:xfrm>
              <a:off x="1357450" y="4143150"/>
              <a:ext cx="169150" cy="169150"/>
            </a:xfrm>
            <a:custGeom>
              <a:rect b="b" l="l" r="r" t="t"/>
              <a:pathLst>
                <a:path extrusionOk="0" h="6766" w="6766">
                  <a:moveTo>
                    <a:pt x="3401" y="629"/>
                  </a:moveTo>
                  <a:cubicBezTo>
                    <a:pt x="4141" y="629"/>
                    <a:pt x="4843" y="925"/>
                    <a:pt x="5361" y="1442"/>
                  </a:cubicBezTo>
                  <a:cubicBezTo>
                    <a:pt x="5841" y="1923"/>
                    <a:pt x="6174" y="2625"/>
                    <a:pt x="6174" y="3402"/>
                  </a:cubicBezTo>
                  <a:cubicBezTo>
                    <a:pt x="6174" y="4141"/>
                    <a:pt x="5841" y="4843"/>
                    <a:pt x="5361" y="5361"/>
                  </a:cubicBezTo>
                  <a:cubicBezTo>
                    <a:pt x="4843" y="5842"/>
                    <a:pt x="4141" y="6174"/>
                    <a:pt x="3401" y="6174"/>
                  </a:cubicBezTo>
                  <a:cubicBezTo>
                    <a:pt x="2625" y="6174"/>
                    <a:pt x="1923" y="5842"/>
                    <a:pt x="1442" y="5361"/>
                  </a:cubicBezTo>
                  <a:cubicBezTo>
                    <a:pt x="924" y="4843"/>
                    <a:pt x="629" y="4141"/>
                    <a:pt x="629" y="3402"/>
                  </a:cubicBezTo>
                  <a:cubicBezTo>
                    <a:pt x="629" y="2625"/>
                    <a:pt x="924" y="1923"/>
                    <a:pt x="1442" y="1442"/>
                  </a:cubicBezTo>
                  <a:cubicBezTo>
                    <a:pt x="1923" y="925"/>
                    <a:pt x="2625" y="629"/>
                    <a:pt x="3401" y="629"/>
                  </a:cubicBezTo>
                  <a:close/>
                  <a:moveTo>
                    <a:pt x="3401" y="0"/>
                  </a:moveTo>
                  <a:cubicBezTo>
                    <a:pt x="1516" y="0"/>
                    <a:pt x="0" y="1516"/>
                    <a:pt x="0" y="3402"/>
                  </a:cubicBezTo>
                  <a:cubicBezTo>
                    <a:pt x="0" y="5250"/>
                    <a:pt x="1516" y="6766"/>
                    <a:pt x="3401" y="6766"/>
                  </a:cubicBezTo>
                  <a:cubicBezTo>
                    <a:pt x="5250" y="6766"/>
                    <a:pt x="6766" y="5250"/>
                    <a:pt x="6766" y="3402"/>
                  </a:cubicBezTo>
                  <a:cubicBezTo>
                    <a:pt x="6766" y="1516"/>
                    <a:pt x="5250" y="0"/>
                    <a:pt x="3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3" name="Google Shape;1893;p36"/>
            <p:cNvSpPr/>
            <p:nvPr/>
          </p:nvSpPr>
          <p:spPr>
            <a:xfrm>
              <a:off x="1150400" y="4228175"/>
              <a:ext cx="1488100" cy="25"/>
            </a:xfrm>
            <a:custGeom>
              <a:rect b="b" l="l" r="r" t="t"/>
              <a:pathLst>
                <a:path extrusionOk="0" h="1" w="59524">
                  <a:moveTo>
                    <a:pt x="59523" y="1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4" name="Google Shape;1894;p36"/>
            <p:cNvSpPr/>
            <p:nvPr/>
          </p:nvSpPr>
          <p:spPr>
            <a:xfrm>
              <a:off x="1143000" y="4219850"/>
              <a:ext cx="1502900" cy="15750"/>
            </a:xfrm>
            <a:custGeom>
              <a:rect b="b" l="l" r="r" t="t"/>
              <a:pathLst>
                <a:path extrusionOk="0" h="630" w="60116">
                  <a:moveTo>
                    <a:pt x="297" y="1"/>
                  </a:moveTo>
                  <a:cubicBezTo>
                    <a:pt x="112" y="1"/>
                    <a:pt x="1" y="149"/>
                    <a:pt x="1" y="334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59819" y="629"/>
                  </a:lnTo>
                  <a:cubicBezTo>
                    <a:pt x="59967" y="629"/>
                    <a:pt x="60115" y="481"/>
                    <a:pt x="60115" y="334"/>
                  </a:cubicBezTo>
                  <a:cubicBezTo>
                    <a:pt x="60115" y="149"/>
                    <a:pt x="59967" y="1"/>
                    <a:pt x="59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5" name="Google Shape;1895;p36"/>
            <p:cNvSpPr/>
            <p:nvPr/>
          </p:nvSpPr>
          <p:spPr>
            <a:xfrm>
              <a:off x="2662500" y="939625"/>
              <a:ext cx="943700" cy="739450"/>
            </a:xfrm>
            <a:custGeom>
              <a:rect b="b" l="l" r="r" t="t"/>
              <a:pathLst>
                <a:path extrusionOk="0" h="29578" w="37748">
                  <a:moveTo>
                    <a:pt x="1" y="1"/>
                  </a:moveTo>
                  <a:lnTo>
                    <a:pt x="1" y="29577"/>
                  </a:lnTo>
                  <a:lnTo>
                    <a:pt x="3587" y="29577"/>
                  </a:lnTo>
                  <a:cubicBezTo>
                    <a:pt x="5472" y="27507"/>
                    <a:pt x="7653" y="25917"/>
                    <a:pt x="10093" y="24956"/>
                  </a:cubicBezTo>
                  <a:cubicBezTo>
                    <a:pt x="15454" y="22775"/>
                    <a:pt x="20260" y="21998"/>
                    <a:pt x="24623" y="21998"/>
                  </a:cubicBezTo>
                  <a:cubicBezTo>
                    <a:pt x="29503" y="21998"/>
                    <a:pt x="33829" y="22960"/>
                    <a:pt x="37747" y="24106"/>
                  </a:cubicBezTo>
                  <a:lnTo>
                    <a:pt x="377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6" name="Google Shape;1896;p36"/>
            <p:cNvSpPr/>
            <p:nvPr/>
          </p:nvSpPr>
          <p:spPr>
            <a:xfrm>
              <a:off x="2752150" y="1489575"/>
              <a:ext cx="854050" cy="189500"/>
            </a:xfrm>
            <a:custGeom>
              <a:rect b="b" l="l" r="r" t="t"/>
              <a:pathLst>
                <a:path extrusionOk="0" h="7580" w="34162">
                  <a:moveTo>
                    <a:pt x="21037" y="0"/>
                  </a:moveTo>
                  <a:cubicBezTo>
                    <a:pt x="16674" y="0"/>
                    <a:pt x="11868" y="777"/>
                    <a:pt x="6507" y="2958"/>
                  </a:cubicBezTo>
                  <a:cubicBezTo>
                    <a:pt x="4067" y="3919"/>
                    <a:pt x="1886" y="5509"/>
                    <a:pt x="1" y="7579"/>
                  </a:cubicBezTo>
                  <a:lnTo>
                    <a:pt x="34161" y="7579"/>
                  </a:lnTo>
                  <a:lnTo>
                    <a:pt x="34161" y="2108"/>
                  </a:lnTo>
                  <a:cubicBezTo>
                    <a:pt x="30243" y="962"/>
                    <a:pt x="25917" y="0"/>
                    <a:pt x="210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7" name="Google Shape;1897;p36"/>
            <p:cNvSpPr/>
            <p:nvPr/>
          </p:nvSpPr>
          <p:spPr>
            <a:xfrm>
              <a:off x="2662500" y="1694750"/>
              <a:ext cx="943700" cy="74900"/>
            </a:xfrm>
            <a:custGeom>
              <a:rect b="b" l="l" r="r" t="t"/>
              <a:pathLst>
                <a:path extrusionOk="0" h="2996" w="37748">
                  <a:moveTo>
                    <a:pt x="1" y="1"/>
                  </a:moveTo>
                  <a:lnTo>
                    <a:pt x="1" y="2995"/>
                  </a:lnTo>
                  <a:lnTo>
                    <a:pt x="37747" y="2995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8" name="Google Shape;1898;p36"/>
            <p:cNvSpPr/>
            <p:nvPr/>
          </p:nvSpPr>
          <p:spPr>
            <a:xfrm>
              <a:off x="2662500" y="1679050"/>
              <a:ext cx="943700" cy="15725"/>
            </a:xfrm>
            <a:custGeom>
              <a:rect b="b" l="l" r="r" t="t"/>
              <a:pathLst>
                <a:path extrusionOk="0" h="629" w="37748">
                  <a:moveTo>
                    <a:pt x="1" y="0"/>
                  </a:moveTo>
                  <a:lnTo>
                    <a:pt x="1" y="629"/>
                  </a:lnTo>
                  <a:lnTo>
                    <a:pt x="37747" y="629"/>
                  </a:lnTo>
                  <a:lnTo>
                    <a:pt x="377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9" name="Google Shape;1899;p36"/>
            <p:cNvSpPr/>
            <p:nvPr/>
          </p:nvSpPr>
          <p:spPr>
            <a:xfrm>
              <a:off x="2655100" y="932250"/>
              <a:ext cx="959425" cy="844800"/>
            </a:xfrm>
            <a:custGeom>
              <a:rect b="b" l="l" r="r" t="t"/>
              <a:pathLst>
                <a:path extrusionOk="0" h="33792" w="38377">
                  <a:moveTo>
                    <a:pt x="37748" y="629"/>
                  </a:moveTo>
                  <a:lnTo>
                    <a:pt x="37748" y="33200"/>
                  </a:lnTo>
                  <a:lnTo>
                    <a:pt x="592" y="33200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33495"/>
                  </a:lnTo>
                  <a:cubicBezTo>
                    <a:pt x="1" y="33569"/>
                    <a:pt x="1" y="33643"/>
                    <a:pt x="75" y="33717"/>
                  </a:cubicBezTo>
                  <a:cubicBezTo>
                    <a:pt x="149" y="33791"/>
                    <a:pt x="223" y="33791"/>
                    <a:pt x="297" y="33791"/>
                  </a:cubicBezTo>
                  <a:lnTo>
                    <a:pt x="38043" y="33791"/>
                  </a:lnTo>
                  <a:cubicBezTo>
                    <a:pt x="38154" y="33791"/>
                    <a:pt x="38228" y="33791"/>
                    <a:pt x="38265" y="33717"/>
                  </a:cubicBezTo>
                  <a:cubicBezTo>
                    <a:pt x="38339" y="33643"/>
                    <a:pt x="38376" y="33569"/>
                    <a:pt x="38376" y="33495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0" name="Google Shape;1900;p36"/>
            <p:cNvSpPr/>
            <p:nvPr/>
          </p:nvSpPr>
          <p:spPr>
            <a:xfrm>
              <a:off x="2662500" y="939625"/>
              <a:ext cx="943700" cy="141450"/>
            </a:xfrm>
            <a:custGeom>
              <a:rect b="b" l="l" r="r" t="t"/>
              <a:pathLst>
                <a:path extrusionOk="0" h="5658" w="37748">
                  <a:moveTo>
                    <a:pt x="1" y="1"/>
                  </a:moveTo>
                  <a:lnTo>
                    <a:pt x="1" y="5657"/>
                  </a:lnTo>
                  <a:lnTo>
                    <a:pt x="37747" y="5657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1" name="Google Shape;1901;p36"/>
            <p:cNvSpPr/>
            <p:nvPr/>
          </p:nvSpPr>
          <p:spPr>
            <a:xfrm>
              <a:off x="2655100" y="932250"/>
              <a:ext cx="959425" cy="156225"/>
            </a:xfrm>
            <a:custGeom>
              <a:rect b="b" l="l" r="r" t="t"/>
              <a:pathLst>
                <a:path extrusionOk="0" h="6249" w="38377">
                  <a:moveTo>
                    <a:pt x="37748" y="629"/>
                  </a:moveTo>
                  <a:lnTo>
                    <a:pt x="37748" y="5657"/>
                  </a:lnTo>
                  <a:lnTo>
                    <a:pt x="592" y="5657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5952"/>
                  </a:lnTo>
                  <a:cubicBezTo>
                    <a:pt x="1" y="6026"/>
                    <a:pt x="1" y="6100"/>
                    <a:pt x="75" y="6174"/>
                  </a:cubicBezTo>
                  <a:cubicBezTo>
                    <a:pt x="149" y="6211"/>
                    <a:pt x="223" y="6248"/>
                    <a:pt x="297" y="6248"/>
                  </a:cubicBezTo>
                  <a:lnTo>
                    <a:pt x="38043" y="6248"/>
                  </a:lnTo>
                  <a:cubicBezTo>
                    <a:pt x="38154" y="6248"/>
                    <a:pt x="38228" y="6211"/>
                    <a:pt x="38265" y="6174"/>
                  </a:cubicBezTo>
                  <a:cubicBezTo>
                    <a:pt x="38339" y="6100"/>
                    <a:pt x="38376" y="6026"/>
                    <a:pt x="38376" y="5952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2" name="Google Shape;1902;p36"/>
            <p:cNvSpPr/>
            <p:nvPr/>
          </p:nvSpPr>
          <p:spPr>
            <a:xfrm>
              <a:off x="2942550" y="1191950"/>
              <a:ext cx="389150" cy="389150"/>
            </a:xfrm>
            <a:custGeom>
              <a:rect b="b" l="l" r="r" t="t"/>
              <a:pathLst>
                <a:path extrusionOk="0" h="15566" w="15566">
                  <a:moveTo>
                    <a:pt x="7801" y="1"/>
                  </a:moveTo>
                  <a:cubicBezTo>
                    <a:pt x="3476" y="1"/>
                    <a:pt x="1" y="3476"/>
                    <a:pt x="1" y="7765"/>
                  </a:cubicBezTo>
                  <a:cubicBezTo>
                    <a:pt x="1" y="12090"/>
                    <a:pt x="3476" y="15565"/>
                    <a:pt x="7801" y="15565"/>
                  </a:cubicBezTo>
                  <a:cubicBezTo>
                    <a:pt x="12090" y="15565"/>
                    <a:pt x="15565" y="12090"/>
                    <a:pt x="15565" y="7765"/>
                  </a:cubicBezTo>
                  <a:cubicBezTo>
                    <a:pt x="15565" y="3476"/>
                    <a:pt x="12090" y="1"/>
                    <a:pt x="7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3" name="Google Shape;1903;p36"/>
            <p:cNvSpPr/>
            <p:nvPr/>
          </p:nvSpPr>
          <p:spPr>
            <a:xfrm>
              <a:off x="2935150" y="1183650"/>
              <a:ext cx="404850" cy="404850"/>
            </a:xfrm>
            <a:custGeom>
              <a:rect b="b" l="l" r="r" t="t"/>
              <a:pathLst>
                <a:path extrusionOk="0" h="16194" w="16194">
                  <a:moveTo>
                    <a:pt x="8097" y="629"/>
                  </a:moveTo>
                  <a:cubicBezTo>
                    <a:pt x="10168" y="629"/>
                    <a:pt x="12016" y="1479"/>
                    <a:pt x="13384" y="2810"/>
                  </a:cubicBezTo>
                  <a:cubicBezTo>
                    <a:pt x="14715" y="4178"/>
                    <a:pt x="15565" y="6026"/>
                    <a:pt x="15565" y="8097"/>
                  </a:cubicBezTo>
                  <a:cubicBezTo>
                    <a:pt x="15565" y="10167"/>
                    <a:pt x="14715" y="12052"/>
                    <a:pt x="13384" y="13383"/>
                  </a:cubicBezTo>
                  <a:cubicBezTo>
                    <a:pt x="12016" y="14751"/>
                    <a:pt x="10168" y="15565"/>
                    <a:pt x="8097" y="15565"/>
                  </a:cubicBezTo>
                  <a:cubicBezTo>
                    <a:pt x="6027" y="15565"/>
                    <a:pt x="4142" y="14751"/>
                    <a:pt x="2811" y="13383"/>
                  </a:cubicBezTo>
                  <a:cubicBezTo>
                    <a:pt x="1443" y="12052"/>
                    <a:pt x="629" y="10167"/>
                    <a:pt x="629" y="8097"/>
                  </a:cubicBezTo>
                  <a:cubicBezTo>
                    <a:pt x="629" y="6026"/>
                    <a:pt x="1443" y="4178"/>
                    <a:pt x="2811" y="2810"/>
                  </a:cubicBezTo>
                  <a:cubicBezTo>
                    <a:pt x="4142" y="1479"/>
                    <a:pt x="6027" y="629"/>
                    <a:pt x="8097" y="629"/>
                  </a:cubicBezTo>
                  <a:close/>
                  <a:moveTo>
                    <a:pt x="8097" y="0"/>
                  </a:moveTo>
                  <a:cubicBezTo>
                    <a:pt x="3624" y="0"/>
                    <a:pt x="1" y="3623"/>
                    <a:pt x="1" y="8097"/>
                  </a:cubicBezTo>
                  <a:cubicBezTo>
                    <a:pt x="1" y="12570"/>
                    <a:pt x="3624" y="16193"/>
                    <a:pt x="8097" y="16193"/>
                  </a:cubicBezTo>
                  <a:cubicBezTo>
                    <a:pt x="12571" y="16193"/>
                    <a:pt x="16194" y="12570"/>
                    <a:pt x="16194" y="8097"/>
                  </a:cubicBezTo>
                  <a:cubicBezTo>
                    <a:pt x="16194" y="3623"/>
                    <a:pt x="12571" y="0"/>
                    <a:pt x="8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4" name="Google Shape;1904;p36"/>
            <p:cNvSpPr/>
            <p:nvPr/>
          </p:nvSpPr>
          <p:spPr>
            <a:xfrm>
              <a:off x="3046075" y="1257575"/>
              <a:ext cx="228325" cy="263450"/>
            </a:xfrm>
            <a:custGeom>
              <a:rect b="b" l="l" r="r" t="t"/>
              <a:pathLst>
                <a:path extrusionOk="0" h="10538" w="9133">
                  <a:moveTo>
                    <a:pt x="0" y="1"/>
                  </a:moveTo>
                  <a:lnTo>
                    <a:pt x="0" y="10537"/>
                  </a:lnTo>
                  <a:lnTo>
                    <a:pt x="9132" y="52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5" name="Google Shape;1905;p36"/>
            <p:cNvSpPr/>
            <p:nvPr/>
          </p:nvSpPr>
          <p:spPr>
            <a:xfrm>
              <a:off x="3038675" y="1250425"/>
              <a:ext cx="243100" cy="278675"/>
            </a:xfrm>
            <a:custGeom>
              <a:rect b="b" l="l" r="r" t="t"/>
              <a:pathLst>
                <a:path extrusionOk="0" h="11147" w="9724">
                  <a:moveTo>
                    <a:pt x="592" y="838"/>
                  </a:moveTo>
                  <a:lnTo>
                    <a:pt x="8800" y="5574"/>
                  </a:lnTo>
                  <a:lnTo>
                    <a:pt x="592" y="10306"/>
                  </a:lnTo>
                  <a:lnTo>
                    <a:pt x="592" y="838"/>
                  </a:lnTo>
                  <a:close/>
                  <a:moveTo>
                    <a:pt x="310" y="0"/>
                  </a:moveTo>
                  <a:cubicBezTo>
                    <a:pt x="259" y="0"/>
                    <a:pt x="204" y="9"/>
                    <a:pt x="148" y="28"/>
                  </a:cubicBezTo>
                  <a:cubicBezTo>
                    <a:pt x="38" y="102"/>
                    <a:pt x="1" y="213"/>
                    <a:pt x="1" y="287"/>
                  </a:cubicBezTo>
                  <a:lnTo>
                    <a:pt x="1" y="10823"/>
                  </a:lnTo>
                  <a:cubicBezTo>
                    <a:pt x="1" y="10934"/>
                    <a:pt x="38" y="11045"/>
                    <a:pt x="148" y="11119"/>
                  </a:cubicBezTo>
                  <a:cubicBezTo>
                    <a:pt x="204" y="11138"/>
                    <a:pt x="259" y="11147"/>
                    <a:pt x="310" y="11147"/>
                  </a:cubicBezTo>
                  <a:cubicBezTo>
                    <a:pt x="361" y="11147"/>
                    <a:pt x="407" y="11138"/>
                    <a:pt x="444" y="11119"/>
                  </a:cubicBezTo>
                  <a:lnTo>
                    <a:pt x="9576" y="5832"/>
                  </a:lnTo>
                  <a:cubicBezTo>
                    <a:pt x="9687" y="5795"/>
                    <a:pt x="9724" y="5684"/>
                    <a:pt x="9724" y="5574"/>
                  </a:cubicBezTo>
                  <a:cubicBezTo>
                    <a:pt x="9724" y="5463"/>
                    <a:pt x="9687" y="5352"/>
                    <a:pt x="9576" y="5315"/>
                  </a:cubicBezTo>
                  <a:lnTo>
                    <a:pt x="444" y="28"/>
                  </a:lnTo>
                  <a:cubicBezTo>
                    <a:pt x="407" y="9"/>
                    <a:pt x="361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06" name="Google Shape;1906;p36"/>
          <p:cNvGrpSpPr/>
          <p:nvPr/>
        </p:nvGrpSpPr>
        <p:grpSpPr>
          <a:xfrm>
            <a:off x="731647" y="573573"/>
            <a:ext cx="635100" cy="734640"/>
            <a:chOff x="731647" y="573573"/>
            <a:chExt cx="635100" cy="734640"/>
          </a:xfrm>
        </p:grpSpPr>
        <p:grpSp>
          <p:nvGrpSpPr>
            <p:cNvPr id="1907" name="Google Shape;1907;p36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1908" name="Google Shape;1908;p36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9" name="Google Shape;1909;p36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10" name="Google Shape;1910;p36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1911" name="Google Shape;1911;p3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2" name="Google Shape;1912;p3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3" name="Google Shape;1913;p3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914" name="Google Shape;1914;p36"/>
          <p:cNvGrpSpPr/>
          <p:nvPr/>
        </p:nvGrpSpPr>
        <p:grpSpPr>
          <a:xfrm>
            <a:off x="731647" y="1650460"/>
            <a:ext cx="635100" cy="733491"/>
            <a:chOff x="731647" y="1650460"/>
            <a:chExt cx="635100" cy="733491"/>
          </a:xfrm>
        </p:grpSpPr>
        <p:grpSp>
          <p:nvGrpSpPr>
            <p:cNvPr id="1915" name="Google Shape;1915;p36"/>
            <p:cNvGrpSpPr/>
            <p:nvPr/>
          </p:nvGrpSpPr>
          <p:grpSpPr>
            <a:xfrm>
              <a:off x="731647" y="1650460"/>
              <a:ext cx="635100" cy="635100"/>
              <a:chOff x="917231" y="1827973"/>
              <a:chExt cx="635100" cy="635100"/>
            </a:xfrm>
          </p:grpSpPr>
          <p:sp>
            <p:nvSpPr>
              <p:cNvPr id="1916" name="Google Shape;1916;p36"/>
              <p:cNvSpPr/>
              <p:nvPr/>
            </p:nvSpPr>
            <p:spPr>
              <a:xfrm>
                <a:off x="917231" y="1827973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7" name="Google Shape;1917;p36"/>
              <p:cNvSpPr/>
              <p:nvPr/>
            </p:nvSpPr>
            <p:spPr>
              <a:xfrm>
                <a:off x="1001931" y="1912710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18" name="Google Shape;1918;p36"/>
            <p:cNvGrpSpPr/>
            <p:nvPr/>
          </p:nvGrpSpPr>
          <p:grpSpPr>
            <a:xfrm>
              <a:off x="961679" y="2356951"/>
              <a:ext cx="175013" cy="27000"/>
              <a:chOff x="5662375" y="212375"/>
              <a:chExt cx="175013" cy="27000"/>
            </a:xfrm>
          </p:grpSpPr>
          <p:sp>
            <p:nvSpPr>
              <p:cNvPr id="1919" name="Google Shape;1919;p3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0" name="Google Shape;1920;p3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1" name="Google Shape;1921;p3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922" name="Google Shape;1922;p36"/>
          <p:cNvGrpSpPr/>
          <p:nvPr/>
        </p:nvGrpSpPr>
        <p:grpSpPr>
          <a:xfrm>
            <a:off x="731647" y="2728277"/>
            <a:ext cx="635100" cy="734983"/>
            <a:chOff x="731647" y="2728277"/>
            <a:chExt cx="635100" cy="734983"/>
          </a:xfrm>
        </p:grpSpPr>
        <p:grpSp>
          <p:nvGrpSpPr>
            <p:cNvPr id="1923" name="Google Shape;1923;p36"/>
            <p:cNvGrpSpPr/>
            <p:nvPr/>
          </p:nvGrpSpPr>
          <p:grpSpPr>
            <a:xfrm>
              <a:off x="731647" y="2728277"/>
              <a:ext cx="635100" cy="635100"/>
              <a:chOff x="917231" y="2905502"/>
              <a:chExt cx="635100" cy="635100"/>
            </a:xfrm>
          </p:grpSpPr>
          <p:sp>
            <p:nvSpPr>
              <p:cNvPr id="1924" name="Google Shape;1924;p36"/>
              <p:cNvSpPr/>
              <p:nvPr/>
            </p:nvSpPr>
            <p:spPr>
              <a:xfrm>
                <a:off x="917231" y="2905502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5" name="Google Shape;1925;p36"/>
              <p:cNvSpPr/>
              <p:nvPr/>
            </p:nvSpPr>
            <p:spPr>
              <a:xfrm>
                <a:off x="1001931" y="2990252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26" name="Google Shape;1926;p36"/>
            <p:cNvGrpSpPr/>
            <p:nvPr/>
          </p:nvGrpSpPr>
          <p:grpSpPr>
            <a:xfrm>
              <a:off x="961679" y="3436260"/>
              <a:ext cx="175013" cy="27000"/>
              <a:chOff x="5662375" y="212375"/>
              <a:chExt cx="175013" cy="27000"/>
            </a:xfrm>
          </p:grpSpPr>
          <p:sp>
            <p:nvSpPr>
              <p:cNvPr id="1927" name="Google Shape;1927;p3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8" name="Google Shape;1928;p3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9" name="Google Shape;1929;p3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930" name="Google Shape;1930;p36"/>
          <p:cNvGrpSpPr/>
          <p:nvPr/>
        </p:nvGrpSpPr>
        <p:grpSpPr>
          <a:xfrm>
            <a:off x="731647" y="3806675"/>
            <a:ext cx="635100" cy="734704"/>
            <a:chOff x="731647" y="3806675"/>
            <a:chExt cx="635100" cy="734704"/>
          </a:xfrm>
        </p:grpSpPr>
        <p:grpSp>
          <p:nvGrpSpPr>
            <p:cNvPr id="1931" name="Google Shape;1931;p36"/>
            <p:cNvGrpSpPr/>
            <p:nvPr/>
          </p:nvGrpSpPr>
          <p:grpSpPr>
            <a:xfrm>
              <a:off x="731647" y="3806675"/>
              <a:ext cx="635100" cy="635100"/>
              <a:chOff x="917231" y="3983097"/>
              <a:chExt cx="635100" cy="635100"/>
            </a:xfrm>
          </p:grpSpPr>
          <p:sp>
            <p:nvSpPr>
              <p:cNvPr id="1932" name="Google Shape;1932;p36"/>
              <p:cNvSpPr/>
              <p:nvPr/>
            </p:nvSpPr>
            <p:spPr>
              <a:xfrm>
                <a:off x="917231" y="3983097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3" name="Google Shape;1933;p36"/>
              <p:cNvSpPr/>
              <p:nvPr/>
            </p:nvSpPr>
            <p:spPr>
              <a:xfrm>
                <a:off x="1001931" y="4067797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34" name="Google Shape;1934;p36"/>
            <p:cNvGrpSpPr/>
            <p:nvPr/>
          </p:nvGrpSpPr>
          <p:grpSpPr>
            <a:xfrm>
              <a:off x="961679" y="4514379"/>
              <a:ext cx="175013" cy="27000"/>
              <a:chOff x="5662375" y="212375"/>
              <a:chExt cx="175013" cy="27000"/>
            </a:xfrm>
          </p:grpSpPr>
          <p:sp>
            <p:nvSpPr>
              <p:cNvPr id="1935" name="Google Shape;1935;p3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6" name="Google Shape;1936;p3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7" name="Google Shape;1937;p3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938" name="Google Shape;1938;p36"/>
          <p:cNvSpPr txBox="1"/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939" name="Google Shape;1939;p36"/>
          <p:cNvSpPr txBox="1"/>
          <p:nvPr>
            <p:ph idx="2" type="subTitle"/>
          </p:nvPr>
        </p:nvSpPr>
        <p:spPr>
          <a:xfrm>
            <a:off x="1664208" y="72238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What is machine Translation?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Why ? and what Languages </a:t>
            </a:r>
            <a:endParaRPr/>
          </a:p>
        </p:txBody>
      </p:sp>
      <p:sp>
        <p:nvSpPr>
          <p:cNvPr id="1940" name="Google Shape;1940;p36"/>
          <p:cNvSpPr txBox="1"/>
          <p:nvPr>
            <p:ph idx="1" type="subTitle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000"/>
              <a:t>Overview </a:t>
            </a:r>
            <a:endParaRPr sz="2000"/>
          </a:p>
        </p:txBody>
      </p:sp>
      <p:sp>
        <p:nvSpPr>
          <p:cNvPr id="1941" name="Google Shape;1941;p36"/>
          <p:cNvSpPr txBox="1"/>
          <p:nvPr>
            <p:ph idx="3" type="subTitle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000"/>
              <a:t>Models</a:t>
            </a:r>
            <a:endParaRPr sz="2000"/>
          </a:p>
        </p:txBody>
      </p:sp>
      <p:sp>
        <p:nvSpPr>
          <p:cNvPr id="1942" name="Google Shape;1942;p36"/>
          <p:cNvSpPr txBox="1"/>
          <p:nvPr>
            <p:ph idx="4" type="subTitle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model used ?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Two </a:t>
            </a:r>
            <a:r>
              <a:rPr lang="en"/>
              <a:t>approaches</a:t>
            </a:r>
            <a:endParaRPr/>
          </a:p>
        </p:txBody>
      </p:sp>
      <p:sp>
        <p:nvSpPr>
          <p:cNvPr id="1943" name="Google Shape;1943;p36"/>
          <p:cNvSpPr txBox="1"/>
          <p:nvPr>
            <p:ph idx="5" type="subTitle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000"/>
              <a:t>Flutter App</a:t>
            </a:r>
            <a:endParaRPr sz="2000"/>
          </a:p>
        </p:txBody>
      </p:sp>
      <p:sp>
        <p:nvSpPr>
          <p:cNvPr id="1944" name="Google Shape;1944;p36"/>
          <p:cNvSpPr txBox="1"/>
          <p:nvPr>
            <p:ph idx="6" type="subTitle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UI , Features , Dependencies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API Integration</a:t>
            </a:r>
            <a:endParaRPr/>
          </a:p>
        </p:txBody>
      </p:sp>
      <p:sp>
        <p:nvSpPr>
          <p:cNvPr id="1945" name="Google Shape;1945;p36"/>
          <p:cNvSpPr txBox="1"/>
          <p:nvPr>
            <p:ph idx="7" type="subTitle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000"/>
              <a:t>Challenges</a:t>
            </a:r>
            <a:r>
              <a:rPr lang="en" sz="2000"/>
              <a:t> and Advans</a:t>
            </a:r>
            <a:endParaRPr sz="2000"/>
          </a:p>
        </p:txBody>
      </p:sp>
      <p:sp>
        <p:nvSpPr>
          <p:cNvPr id="1946" name="Google Shape;1946;p36"/>
          <p:cNvSpPr txBox="1"/>
          <p:nvPr>
            <p:ph idx="8" type="subTitle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Challenges and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Advanced Feature </a:t>
            </a:r>
            <a:endParaRPr/>
          </a:p>
        </p:txBody>
      </p:sp>
      <p:sp>
        <p:nvSpPr>
          <p:cNvPr id="1947" name="Google Shape;1947;p36"/>
          <p:cNvSpPr txBox="1"/>
          <p:nvPr>
            <p:ph idx="9" type="title"/>
          </p:nvPr>
        </p:nvSpPr>
        <p:spPr>
          <a:xfrm>
            <a:off x="813816" y="722376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948" name="Google Shape;1948;p36"/>
          <p:cNvSpPr txBox="1"/>
          <p:nvPr>
            <p:ph idx="13" type="title"/>
          </p:nvPr>
        </p:nvSpPr>
        <p:spPr>
          <a:xfrm>
            <a:off x="813816" y="1801368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949" name="Google Shape;1949;p36"/>
          <p:cNvSpPr txBox="1"/>
          <p:nvPr>
            <p:ph idx="14" type="title"/>
          </p:nvPr>
        </p:nvSpPr>
        <p:spPr>
          <a:xfrm>
            <a:off x="813816" y="2880360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950" name="Google Shape;1950;p36"/>
          <p:cNvSpPr txBox="1"/>
          <p:nvPr>
            <p:ph idx="15" type="title"/>
          </p:nvPr>
        </p:nvSpPr>
        <p:spPr>
          <a:xfrm>
            <a:off x="813816" y="3959352"/>
            <a:ext cx="457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4" name="Shape 1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" name="Google Shape;1955;p37"/>
          <p:cNvSpPr txBox="1"/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4700"/>
              <a:t>Overview</a:t>
            </a:r>
            <a:endParaRPr sz="4700"/>
          </a:p>
        </p:txBody>
      </p:sp>
      <p:sp>
        <p:nvSpPr>
          <p:cNvPr id="1956" name="Google Shape;1956;p37"/>
          <p:cNvSpPr txBox="1"/>
          <p:nvPr>
            <p:ph idx="2" type="title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957" name="Google Shape;1957;p37"/>
          <p:cNvSpPr txBox="1"/>
          <p:nvPr>
            <p:ph idx="1" type="subTitle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1" name="Shape 1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2" name="Google Shape;1962;p38"/>
          <p:cNvSpPr txBox="1"/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Understanding the Application </a:t>
            </a:r>
            <a:endParaRPr/>
          </a:p>
        </p:txBody>
      </p:sp>
      <p:sp>
        <p:nvSpPr>
          <p:cNvPr id="1963" name="Google Shape;1963;p38"/>
          <p:cNvSpPr txBox="1"/>
          <p:nvPr>
            <p:ph idx="1" type="subTitle"/>
          </p:nvPr>
        </p:nvSpPr>
        <p:spPr>
          <a:xfrm>
            <a:off x="1710153" y="269298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800"/>
              <a:t>What is Machine Translation ?</a:t>
            </a:r>
            <a:endParaRPr/>
          </a:p>
        </p:txBody>
      </p:sp>
      <p:sp>
        <p:nvSpPr>
          <p:cNvPr id="1964" name="Google Shape;1964;p38"/>
          <p:cNvSpPr txBox="1"/>
          <p:nvPr>
            <p:ph idx="3" type="subTitle"/>
          </p:nvPr>
        </p:nvSpPr>
        <p:spPr>
          <a:xfrm>
            <a:off x="5534737" y="26386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800"/>
              <a:t>Why </a:t>
            </a:r>
            <a:r>
              <a:rPr lang="en" sz="1800"/>
              <a:t>Machine Translation 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</p:txBody>
      </p:sp>
      <p:sp>
        <p:nvSpPr>
          <p:cNvPr id="1965" name="Google Shape;1965;p38"/>
          <p:cNvSpPr txBox="1"/>
          <p:nvPr/>
        </p:nvSpPr>
        <p:spPr>
          <a:xfrm>
            <a:off x="425064" y="2461984"/>
            <a:ext cx="117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" sz="7200" u="none" cap="none" strike="noStrike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01</a:t>
            </a:r>
            <a:endParaRPr b="0" i="0" sz="7200" u="none" cap="none" strike="noStrike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1966" name="Google Shape;1966;p38"/>
          <p:cNvSpPr txBox="1"/>
          <p:nvPr/>
        </p:nvSpPr>
        <p:spPr>
          <a:xfrm>
            <a:off x="4355116" y="2461984"/>
            <a:ext cx="117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" sz="7200" u="none" cap="none" strike="noStrike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02</a:t>
            </a:r>
            <a:endParaRPr b="0" i="0" sz="7200" u="none" cap="none" strike="noStrike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0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p39"/>
          <p:cNvSpPr txBox="1"/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  <a:solidFill>
            <a:srgbClr val="1A2E35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Applied Languages </a:t>
            </a:r>
            <a:endParaRPr/>
          </a:p>
        </p:txBody>
      </p:sp>
      <p:sp>
        <p:nvSpPr>
          <p:cNvPr id="1972" name="Google Shape;1972;p39"/>
          <p:cNvSpPr txBox="1"/>
          <p:nvPr/>
        </p:nvSpPr>
        <p:spPr>
          <a:xfrm>
            <a:off x="5439489" y="4423060"/>
            <a:ext cx="27522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73" name="Google Shape;1973;p39"/>
          <p:cNvSpPr txBox="1"/>
          <p:nvPr/>
        </p:nvSpPr>
        <p:spPr>
          <a:xfrm>
            <a:off x="1170300" y="4598675"/>
            <a:ext cx="37980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74" name="Google Shape;1974;p39"/>
          <p:cNvSpPr txBox="1"/>
          <p:nvPr/>
        </p:nvSpPr>
        <p:spPr>
          <a:xfrm>
            <a:off x="1087425" y="69450"/>
            <a:ext cx="3000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03</a:t>
            </a:r>
            <a:endParaRPr/>
          </a:p>
        </p:txBody>
      </p:sp>
      <p:grpSp>
        <p:nvGrpSpPr>
          <p:cNvPr id="1975" name="Google Shape;1975;p39"/>
          <p:cNvGrpSpPr/>
          <p:nvPr/>
        </p:nvGrpSpPr>
        <p:grpSpPr>
          <a:xfrm>
            <a:off x="1676984" y="2332673"/>
            <a:ext cx="1245900" cy="1245900"/>
            <a:chOff x="6293934" y="1010648"/>
            <a:chExt cx="1245900" cy="1245900"/>
          </a:xfrm>
        </p:grpSpPr>
        <p:sp>
          <p:nvSpPr>
            <p:cNvPr id="1976" name="Google Shape;1976;p39"/>
            <p:cNvSpPr/>
            <p:nvPr/>
          </p:nvSpPr>
          <p:spPr>
            <a:xfrm>
              <a:off x="6293934" y="1010648"/>
              <a:ext cx="1245900" cy="1245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7" name="Google Shape;1977;p39"/>
            <p:cNvSpPr/>
            <p:nvPr/>
          </p:nvSpPr>
          <p:spPr>
            <a:xfrm>
              <a:off x="6401784" y="1118586"/>
              <a:ext cx="1030200" cy="10302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78" name="Google Shape;1978;p39"/>
          <p:cNvSpPr txBox="1"/>
          <p:nvPr/>
        </p:nvSpPr>
        <p:spPr>
          <a:xfrm>
            <a:off x="1857002" y="2684481"/>
            <a:ext cx="8778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19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English</a:t>
            </a:r>
            <a:endParaRPr b="0" i="0" sz="1900" u="none" cap="none" strike="noStrike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1979" name="Google Shape;1979;p39"/>
          <p:cNvSpPr txBox="1"/>
          <p:nvPr/>
        </p:nvSpPr>
        <p:spPr>
          <a:xfrm>
            <a:off x="924314" y="3553161"/>
            <a:ext cx="27522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80" name="Google Shape;1980;p39"/>
          <p:cNvSpPr txBox="1"/>
          <p:nvPr/>
        </p:nvSpPr>
        <p:spPr>
          <a:xfrm>
            <a:off x="6718014" y="2008174"/>
            <a:ext cx="27522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81" name="Google Shape;1981;p39"/>
          <p:cNvSpPr txBox="1"/>
          <p:nvPr/>
        </p:nvSpPr>
        <p:spPr>
          <a:xfrm>
            <a:off x="2405350" y="4370525"/>
            <a:ext cx="37980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pSp>
        <p:nvGrpSpPr>
          <p:cNvPr id="1982" name="Google Shape;1982;p39"/>
          <p:cNvGrpSpPr/>
          <p:nvPr/>
        </p:nvGrpSpPr>
        <p:grpSpPr>
          <a:xfrm>
            <a:off x="5870809" y="2358036"/>
            <a:ext cx="1245900" cy="1245900"/>
            <a:chOff x="6293934" y="1010648"/>
            <a:chExt cx="1245900" cy="1245900"/>
          </a:xfrm>
        </p:grpSpPr>
        <p:sp>
          <p:nvSpPr>
            <p:cNvPr id="1983" name="Google Shape;1983;p39"/>
            <p:cNvSpPr/>
            <p:nvPr/>
          </p:nvSpPr>
          <p:spPr>
            <a:xfrm>
              <a:off x="6293934" y="1010648"/>
              <a:ext cx="1245900" cy="12459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4" name="Google Shape;1984;p39"/>
            <p:cNvSpPr/>
            <p:nvPr/>
          </p:nvSpPr>
          <p:spPr>
            <a:xfrm>
              <a:off x="6401784" y="1118586"/>
              <a:ext cx="1030200" cy="10302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85" name="Google Shape;1985;p39"/>
          <p:cNvSpPr txBox="1"/>
          <p:nvPr/>
        </p:nvSpPr>
        <p:spPr>
          <a:xfrm>
            <a:off x="6050827" y="2709844"/>
            <a:ext cx="8778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n" sz="19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Arabic</a:t>
            </a:r>
            <a:endParaRPr b="0" i="0" sz="1900" u="none" cap="none" strike="noStrike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1986" name="Google Shape;1986;p39"/>
          <p:cNvSpPr txBox="1"/>
          <p:nvPr/>
        </p:nvSpPr>
        <p:spPr>
          <a:xfrm>
            <a:off x="5118139" y="3578524"/>
            <a:ext cx="27522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87" name="Google Shape;1987;p39"/>
          <p:cNvSpPr txBox="1"/>
          <p:nvPr/>
        </p:nvSpPr>
        <p:spPr>
          <a:xfrm>
            <a:off x="5288025" y="3659638"/>
            <a:ext cx="37980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1988" name="Google Shape;1988;p39"/>
          <p:cNvSpPr/>
          <p:nvPr/>
        </p:nvSpPr>
        <p:spPr>
          <a:xfrm>
            <a:off x="3492800" y="2616275"/>
            <a:ext cx="1895324" cy="722074"/>
          </a:xfrm>
          <a:custGeom>
            <a:rect b="b" l="l" r="r" t="t"/>
            <a:pathLst>
              <a:path extrusionOk="0" h="2122" w="2821">
                <a:moveTo>
                  <a:pt x="1761" y="1"/>
                </a:moveTo>
                <a:lnTo>
                  <a:pt x="1400" y="361"/>
                </a:lnTo>
                <a:lnTo>
                  <a:pt x="1847" y="808"/>
                </a:lnTo>
                <a:lnTo>
                  <a:pt x="1" y="808"/>
                </a:lnTo>
                <a:lnTo>
                  <a:pt x="1" y="1321"/>
                </a:lnTo>
                <a:lnTo>
                  <a:pt x="1847" y="1321"/>
                </a:lnTo>
                <a:lnTo>
                  <a:pt x="1400" y="1768"/>
                </a:lnTo>
                <a:lnTo>
                  <a:pt x="1761" y="2121"/>
                </a:lnTo>
                <a:lnTo>
                  <a:pt x="2821" y="1061"/>
                </a:lnTo>
                <a:lnTo>
                  <a:pt x="1761" y="1"/>
                </a:lnTo>
                <a:close/>
              </a:path>
            </a:pathLst>
          </a:custGeom>
          <a:noFill/>
          <a:ln cap="flat" cmpd="sng" w="9525">
            <a:solidFill>
              <a:srgbClr val="869F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2" name="Shape 1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Google Shape;1993;p40"/>
          <p:cNvSpPr txBox="1"/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4700"/>
              <a:t>Models</a:t>
            </a:r>
            <a:endParaRPr sz="4700"/>
          </a:p>
        </p:txBody>
      </p:sp>
      <p:sp>
        <p:nvSpPr>
          <p:cNvPr id="1994" name="Google Shape;1994;p40"/>
          <p:cNvSpPr txBox="1"/>
          <p:nvPr>
            <p:ph idx="2" type="title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995" name="Google Shape;1995;p40"/>
          <p:cNvSpPr txBox="1"/>
          <p:nvPr>
            <p:ph idx="1" type="subTitle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9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" name="Google Shape;2000;p41"/>
          <p:cNvSpPr txBox="1"/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Divide  into two Approaches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001" name="Google Shape;2001;p41"/>
          <p:cNvSpPr/>
          <p:nvPr/>
        </p:nvSpPr>
        <p:spPr>
          <a:xfrm>
            <a:off x="4665800" y="1135707"/>
            <a:ext cx="2676000" cy="3222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2" name="Google Shape;2002;p41"/>
          <p:cNvSpPr/>
          <p:nvPr/>
        </p:nvSpPr>
        <p:spPr>
          <a:xfrm>
            <a:off x="4850900" y="1329357"/>
            <a:ext cx="2305800" cy="2835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3" name="Google Shape;2003;p41"/>
          <p:cNvSpPr/>
          <p:nvPr/>
        </p:nvSpPr>
        <p:spPr>
          <a:xfrm>
            <a:off x="1802225" y="1135707"/>
            <a:ext cx="2676000" cy="32223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4" name="Google Shape;2004;p41"/>
          <p:cNvSpPr/>
          <p:nvPr/>
        </p:nvSpPr>
        <p:spPr>
          <a:xfrm>
            <a:off x="1987325" y="1329357"/>
            <a:ext cx="2305800" cy="2835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5" name="Google Shape;2005;p41"/>
          <p:cNvSpPr txBox="1"/>
          <p:nvPr>
            <p:ph idx="1" type="subTitle"/>
          </p:nvPr>
        </p:nvSpPr>
        <p:spPr>
          <a:xfrm>
            <a:off x="4956050" y="2532900"/>
            <a:ext cx="2084700" cy="12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ctr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AttentionMecham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 </a:t>
            </a:r>
            <a:r>
              <a:rPr lang="en"/>
              <a:t>Enoder 2 Decoder</a:t>
            </a:r>
            <a:endParaRPr/>
          </a:p>
          <a:p>
            <a:pPr indent="-3302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Many to man</a:t>
            </a:r>
            <a:r>
              <a:rPr lang="en"/>
              <a:t>y</a:t>
            </a:r>
            <a:r>
              <a:rPr lang="en"/>
              <a:t>  </a:t>
            </a:r>
            <a:endParaRPr/>
          </a:p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</a:t>
            </a:r>
            <a:r>
              <a:rPr lang="en"/>
              <a:t>Parallelism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006" name="Google Shape;2006;p41"/>
          <p:cNvSpPr txBox="1"/>
          <p:nvPr>
            <p:ph idx="2" type="subTitle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  <a:noFill/>
          <a:ln cap="flat" cmpd="sng" w="9525">
            <a:solidFill>
              <a:srgbClr val="CFE2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Seq2Seq Model</a:t>
            </a:r>
            <a:endParaRPr/>
          </a:p>
          <a:p>
            <a:pPr indent="-3302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Enoder 2 Decoder</a:t>
            </a:r>
            <a:endParaRPr/>
          </a:p>
          <a:p>
            <a:pPr indent="-3302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Many to many </a:t>
            </a:r>
            <a:endParaRPr/>
          </a:p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Sequential</a:t>
            </a:r>
            <a:endParaRPr/>
          </a:p>
        </p:txBody>
      </p:sp>
      <p:sp>
        <p:nvSpPr>
          <p:cNvPr id="2007" name="Google Shape;2007;p41"/>
          <p:cNvSpPr txBox="1"/>
          <p:nvPr>
            <p:ph idx="3" type="subTitle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800"/>
              <a:t>Transformers</a:t>
            </a:r>
            <a:r>
              <a:rPr lang="en" sz="1800"/>
              <a:t> </a:t>
            </a:r>
            <a:endParaRPr sz="1800"/>
          </a:p>
        </p:txBody>
      </p:sp>
      <p:sp>
        <p:nvSpPr>
          <p:cNvPr id="2008" name="Google Shape;2008;p41"/>
          <p:cNvSpPr txBox="1"/>
          <p:nvPr>
            <p:ph idx="4" type="subTitle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800"/>
              <a:t>LSTM</a:t>
            </a:r>
            <a:endParaRPr sz="1800"/>
          </a:p>
        </p:txBody>
      </p:sp>
      <p:sp>
        <p:nvSpPr>
          <p:cNvPr id="2009" name="Google Shape;2009;p41"/>
          <p:cNvSpPr txBox="1"/>
          <p:nvPr>
            <p:ph idx="5" type="title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010" name="Google Shape;2010;p41"/>
          <p:cNvSpPr txBox="1"/>
          <p:nvPr>
            <p:ph idx="6" type="title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02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4" name="Shape 2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5" name="Google Shape;2015;p42"/>
          <p:cNvSpPr txBox="1"/>
          <p:nvPr>
            <p:ph type="title"/>
          </p:nvPr>
        </p:nvSpPr>
        <p:spPr>
          <a:xfrm>
            <a:off x="1736550" y="1012528"/>
            <a:ext cx="5496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Main Competitors</a:t>
            </a:r>
            <a:endParaRPr/>
          </a:p>
        </p:txBody>
      </p:sp>
      <p:graphicFrame>
        <p:nvGraphicFramePr>
          <p:cNvPr id="2016" name="Google Shape;2016;p42"/>
          <p:cNvGraphicFramePr/>
          <p:nvPr/>
        </p:nvGraphicFramePr>
        <p:xfrm>
          <a:off x="1021875" y="19064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{42C15EE0-FF6D-4C56-B779-4FEAF4958D12}</a:tableStyleId>
              </a:tblPr>
              <a:tblGrid>
                <a:gridCol w="1358775"/>
                <a:gridCol w="1358775"/>
                <a:gridCol w="1358775"/>
                <a:gridCol w="1358775"/>
                <a:gridCol w="1358775"/>
              </a:tblGrid>
              <a:tr h="524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595959"/>
                          </a:solidFill>
                          <a:latin typeface="Barlow Semi Condensed Medium"/>
                          <a:ea typeface="Barlow Semi Condensed Medium"/>
                          <a:cs typeface="Barlow Semi Condensed Medium"/>
                          <a:sym typeface="Barlow Semi Condensed Medium"/>
                        </a:rPr>
                        <a:t>Model</a:t>
                      </a:r>
                      <a:endParaRPr sz="1400" u="none" cap="none" strike="noStrike"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2"/>
                          </a:solidFill>
                          <a:latin typeface="Barlow Semi Condensed Medium"/>
                          <a:ea typeface="Barlow Semi Condensed Medium"/>
                          <a:cs typeface="Barlow Semi Condensed Medium"/>
                          <a:sym typeface="Barlow Semi Condensed Medium"/>
                        </a:rPr>
                        <a:t>Accuracy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2"/>
                          </a:solidFill>
                          <a:latin typeface="Barlow Semi Condensed Medium"/>
                          <a:ea typeface="Barlow Semi Condensed Medium"/>
                          <a:cs typeface="Barlow Semi Condensed Medium"/>
                          <a:sym typeface="Barlow Semi Condensed Medium"/>
                        </a:rPr>
                        <a:t>loss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2"/>
                          </a:solidFill>
                          <a:latin typeface="Barlow Semi Condensed Medium"/>
                          <a:ea typeface="Barlow Semi Condensed Medium"/>
                          <a:cs typeface="Barlow Semi Condensed Medium"/>
                          <a:sym typeface="Barlow Semi Condensed Medium"/>
                        </a:rPr>
                        <a:t>Data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2"/>
                          </a:solidFill>
                          <a:latin typeface="Barlow Semi Condensed Medium"/>
                          <a:ea typeface="Barlow Semi Condensed Medium"/>
                          <a:cs typeface="Barlow Semi Condensed Medium"/>
                          <a:sym typeface="Barlow Semi Condensed Medium"/>
                        </a:rPr>
                        <a:t>Embedding</a:t>
                      </a:r>
                      <a:endParaRPr sz="1600" u="none" cap="none" strike="noStrike">
                        <a:solidFill>
                          <a:schemeClr val="dk2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04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595959"/>
                          </a:solidFill>
                          <a:latin typeface="Barlow Semi Condensed Medium"/>
                          <a:ea typeface="Barlow Semi Condensed Medium"/>
                          <a:cs typeface="Barlow Semi Condensed Medium"/>
                          <a:sym typeface="Barlow Semi Condensed Medium"/>
                        </a:rPr>
                        <a:t>       Lstm_1</a:t>
                      </a:r>
                      <a:endParaRPr sz="1400" u="none" cap="none" strike="noStrike"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595959"/>
                          </a:solidFill>
                          <a:latin typeface="Barlow Semi Condensed Medium"/>
                          <a:ea typeface="Barlow Semi Condensed Medium"/>
                          <a:cs typeface="Barlow Semi Condensed Medium"/>
                          <a:sym typeface="Barlow Semi Condensed Medium"/>
                        </a:rPr>
                        <a:t>    1.0000</a:t>
                      </a:r>
                      <a:endParaRPr sz="1400" u="none" cap="none" strike="noStrike"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595959"/>
                          </a:solidFill>
                          <a:latin typeface="Barlow Semi Condensed Medium"/>
                          <a:ea typeface="Barlow Semi Condensed Medium"/>
                          <a:cs typeface="Barlow Semi Condensed Medium"/>
                          <a:sym typeface="Barlow Semi Condensed Medium"/>
                        </a:rPr>
                        <a:t>      0.0075</a:t>
                      </a:r>
                      <a:endParaRPr sz="1400" u="none" cap="none" strike="noStrike"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595959"/>
                          </a:solidFill>
                          <a:latin typeface="Barlow Semi Condensed Medium"/>
                          <a:ea typeface="Barlow Semi Condensed Medium"/>
                          <a:cs typeface="Barlow Semi Condensed Medium"/>
                          <a:sym typeface="Barlow Semi Condensed Medium"/>
                        </a:rPr>
                        <a:t>Hugging Face</a:t>
                      </a:r>
                      <a:endParaRPr sz="1400" u="none" cap="none" strike="noStrike"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595959"/>
                          </a:solidFill>
                          <a:latin typeface="Barlow Semi Condensed Medium"/>
                          <a:ea typeface="Barlow Semi Condensed Medium"/>
                          <a:cs typeface="Barlow Semi Condensed Medium"/>
                          <a:sym typeface="Barlow Semi Condensed Medium"/>
                        </a:rPr>
                        <a:t>Vectorizer</a:t>
                      </a:r>
                      <a:endParaRPr sz="1400" u="none" cap="none" strike="noStrike"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595959"/>
                          </a:solidFill>
                          <a:latin typeface="Barlow Semi Condensed Medium"/>
                          <a:ea typeface="Barlow Semi Condensed Medium"/>
                          <a:cs typeface="Barlow Semi Condensed Medium"/>
                          <a:sym typeface="Barlow Semi Condensed Medium"/>
                        </a:rPr>
                        <a:t>       Lstm_2</a:t>
                      </a:r>
                      <a:endParaRPr sz="1400" u="none" cap="none" strike="noStrike"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595959"/>
                          </a:solidFill>
                          <a:latin typeface="Barlow Semi Condensed Medium"/>
                          <a:ea typeface="Barlow Semi Condensed Medium"/>
                          <a:cs typeface="Barlow Semi Condensed Medium"/>
                          <a:sym typeface="Barlow Semi Condensed Medium"/>
                        </a:rPr>
                        <a:t>    0.9593</a:t>
                      </a:r>
                      <a:endParaRPr sz="1400" u="none" cap="none" strike="noStrike"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595959"/>
                          </a:solidFill>
                          <a:latin typeface="Barlow Semi Condensed Medium"/>
                          <a:ea typeface="Barlow Semi Condensed Medium"/>
                          <a:cs typeface="Barlow Semi Condensed Medium"/>
                          <a:sym typeface="Barlow Semi Condensed Medium"/>
                        </a:rPr>
                        <a:t>      0.7043</a:t>
                      </a:r>
                      <a:endParaRPr sz="1400" u="none" cap="none" strike="noStrike"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595959"/>
                          </a:solidFill>
                          <a:latin typeface="Barlow Semi Condensed Medium"/>
                          <a:ea typeface="Barlow Semi Condensed Medium"/>
                          <a:cs typeface="Barlow Semi Condensed Medium"/>
                          <a:sym typeface="Barlow Semi Condensed Medium"/>
                        </a:rPr>
                        <a:t>manyThing</a:t>
                      </a:r>
                      <a:endParaRPr sz="1400" u="none" cap="none" strike="noStrike"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>
                          <a:solidFill>
                            <a:srgbClr val="595959"/>
                          </a:solidFill>
                          <a:latin typeface="Barlow Semi Condensed Medium"/>
                          <a:ea typeface="Barlow Semi Condensed Medium"/>
                          <a:cs typeface="Barlow Semi Condensed Medium"/>
                          <a:sym typeface="Barlow Semi Condensed Medium"/>
                        </a:rPr>
                        <a:t>OneHotEncoding</a:t>
                      </a:r>
                      <a:endParaRPr sz="1400" u="none" cap="none" strike="noStrike"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2017" name="Google Shape;2017;p42"/>
          <p:cNvGrpSpPr/>
          <p:nvPr/>
        </p:nvGrpSpPr>
        <p:grpSpPr>
          <a:xfrm>
            <a:off x="7919529" y="3142421"/>
            <a:ext cx="202574" cy="202526"/>
            <a:chOff x="2081650" y="4993750"/>
            <a:chExt cx="483125" cy="483125"/>
          </a:xfrm>
        </p:grpSpPr>
        <p:sp>
          <p:nvSpPr>
            <p:cNvPr id="2018" name="Google Shape;2018;p42"/>
            <p:cNvSpPr/>
            <p:nvPr/>
          </p:nvSpPr>
          <p:spPr>
            <a:xfrm>
              <a:off x="2081650" y="4993750"/>
              <a:ext cx="483125" cy="483125"/>
            </a:xfrm>
            <a:custGeom>
              <a:rect b="b" l="l" r="r" t="t"/>
              <a:pathLst>
                <a:path extrusionOk="0" h="19325" w="19325">
                  <a:moveTo>
                    <a:pt x="9663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0"/>
                    <a:pt x="11824" y="18193"/>
                    <a:pt x="9663" y="18193"/>
                  </a:cubicBezTo>
                  <a:cubicBezTo>
                    <a:pt x="7501" y="18193"/>
                    <a:pt x="5342" y="17350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1" y="1133"/>
                    <a:pt x="9663" y="1133"/>
                  </a:cubicBezTo>
                  <a:close/>
                  <a:moveTo>
                    <a:pt x="9663" y="1"/>
                  </a:moveTo>
                  <a:cubicBezTo>
                    <a:pt x="7117" y="1"/>
                    <a:pt x="4699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9" y="18310"/>
                    <a:pt x="7117" y="19325"/>
                    <a:pt x="9663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9" name="Google Shape;2019;p42"/>
            <p:cNvSpPr/>
            <p:nvPr/>
          </p:nvSpPr>
          <p:spPr>
            <a:xfrm>
              <a:off x="2209375" y="5125625"/>
              <a:ext cx="227600" cy="219350"/>
            </a:xfrm>
            <a:custGeom>
              <a:rect b="b" l="l" r="r" t="t"/>
              <a:pathLst>
                <a:path extrusionOk="0" h="8774" w="9104">
                  <a:moveTo>
                    <a:pt x="7232" y="1143"/>
                  </a:moveTo>
                  <a:cubicBezTo>
                    <a:pt x="7377" y="1143"/>
                    <a:pt x="7522" y="1198"/>
                    <a:pt x="7633" y="1308"/>
                  </a:cubicBezTo>
                  <a:cubicBezTo>
                    <a:pt x="7851" y="1528"/>
                    <a:pt x="7854" y="1882"/>
                    <a:pt x="7639" y="2102"/>
                  </a:cubicBezTo>
                  <a:lnTo>
                    <a:pt x="5755" y="3986"/>
                  </a:lnTo>
                  <a:cubicBezTo>
                    <a:pt x="5532" y="4210"/>
                    <a:pt x="5532" y="4566"/>
                    <a:pt x="5755" y="4789"/>
                  </a:cubicBezTo>
                  <a:lnTo>
                    <a:pt x="7639" y="6673"/>
                  </a:lnTo>
                  <a:cubicBezTo>
                    <a:pt x="7854" y="6894"/>
                    <a:pt x="7851" y="7247"/>
                    <a:pt x="7633" y="7468"/>
                  </a:cubicBezTo>
                  <a:cubicBezTo>
                    <a:pt x="7522" y="7577"/>
                    <a:pt x="7377" y="7633"/>
                    <a:pt x="7232" y="7633"/>
                  </a:cubicBezTo>
                  <a:cubicBezTo>
                    <a:pt x="7090" y="7633"/>
                    <a:pt x="6948" y="7580"/>
                    <a:pt x="6839" y="7474"/>
                  </a:cubicBezTo>
                  <a:lnTo>
                    <a:pt x="6830" y="7468"/>
                  </a:lnTo>
                  <a:lnTo>
                    <a:pt x="4946" y="5650"/>
                  </a:lnTo>
                  <a:cubicBezTo>
                    <a:pt x="4836" y="5544"/>
                    <a:pt x="4695" y="5491"/>
                    <a:pt x="4554" y="5491"/>
                  </a:cubicBezTo>
                  <a:cubicBezTo>
                    <a:pt x="4412" y="5491"/>
                    <a:pt x="4271" y="5544"/>
                    <a:pt x="4161" y="5650"/>
                  </a:cubicBezTo>
                  <a:lnTo>
                    <a:pt x="2277" y="7468"/>
                  </a:lnTo>
                  <a:lnTo>
                    <a:pt x="2268" y="7474"/>
                  </a:lnTo>
                  <a:cubicBezTo>
                    <a:pt x="2159" y="7580"/>
                    <a:pt x="2017" y="7633"/>
                    <a:pt x="1875" y="7633"/>
                  </a:cubicBezTo>
                  <a:cubicBezTo>
                    <a:pt x="1730" y="7633"/>
                    <a:pt x="1585" y="7577"/>
                    <a:pt x="1474" y="7468"/>
                  </a:cubicBezTo>
                  <a:cubicBezTo>
                    <a:pt x="1256" y="7247"/>
                    <a:pt x="1253" y="6894"/>
                    <a:pt x="1468" y="6673"/>
                  </a:cubicBezTo>
                  <a:lnTo>
                    <a:pt x="3352" y="4789"/>
                  </a:lnTo>
                  <a:cubicBezTo>
                    <a:pt x="3575" y="4566"/>
                    <a:pt x="3575" y="4210"/>
                    <a:pt x="3352" y="3986"/>
                  </a:cubicBezTo>
                  <a:lnTo>
                    <a:pt x="1468" y="2102"/>
                  </a:lnTo>
                  <a:cubicBezTo>
                    <a:pt x="1253" y="1882"/>
                    <a:pt x="1256" y="1528"/>
                    <a:pt x="1474" y="1308"/>
                  </a:cubicBezTo>
                  <a:cubicBezTo>
                    <a:pt x="1585" y="1198"/>
                    <a:pt x="1730" y="1143"/>
                    <a:pt x="1875" y="1143"/>
                  </a:cubicBezTo>
                  <a:cubicBezTo>
                    <a:pt x="2017" y="1143"/>
                    <a:pt x="2159" y="1196"/>
                    <a:pt x="2268" y="1302"/>
                  </a:cubicBezTo>
                  <a:lnTo>
                    <a:pt x="2277" y="1308"/>
                  </a:lnTo>
                  <a:lnTo>
                    <a:pt x="4161" y="3126"/>
                  </a:lnTo>
                  <a:cubicBezTo>
                    <a:pt x="4271" y="3231"/>
                    <a:pt x="4412" y="3284"/>
                    <a:pt x="4554" y="3284"/>
                  </a:cubicBezTo>
                  <a:cubicBezTo>
                    <a:pt x="4695" y="3284"/>
                    <a:pt x="4836" y="3231"/>
                    <a:pt x="4946" y="3126"/>
                  </a:cubicBezTo>
                  <a:lnTo>
                    <a:pt x="6830" y="1308"/>
                  </a:lnTo>
                  <a:lnTo>
                    <a:pt x="6839" y="1302"/>
                  </a:lnTo>
                  <a:cubicBezTo>
                    <a:pt x="6948" y="1196"/>
                    <a:pt x="7090" y="1143"/>
                    <a:pt x="7232" y="1143"/>
                  </a:cubicBezTo>
                  <a:close/>
                  <a:moveTo>
                    <a:pt x="1865" y="0"/>
                  </a:moveTo>
                  <a:cubicBezTo>
                    <a:pt x="1430" y="0"/>
                    <a:pt x="995" y="166"/>
                    <a:pt x="664" y="499"/>
                  </a:cubicBezTo>
                  <a:cubicBezTo>
                    <a:pt x="0" y="1163"/>
                    <a:pt x="3" y="2241"/>
                    <a:pt x="667" y="2902"/>
                  </a:cubicBezTo>
                  <a:lnTo>
                    <a:pt x="2153" y="4388"/>
                  </a:lnTo>
                  <a:lnTo>
                    <a:pt x="667" y="5873"/>
                  </a:lnTo>
                  <a:cubicBezTo>
                    <a:pt x="0" y="6535"/>
                    <a:pt x="0" y="7610"/>
                    <a:pt x="661" y="8274"/>
                  </a:cubicBezTo>
                  <a:cubicBezTo>
                    <a:pt x="995" y="8607"/>
                    <a:pt x="1431" y="8774"/>
                    <a:pt x="1868" y="8774"/>
                  </a:cubicBezTo>
                  <a:cubicBezTo>
                    <a:pt x="2301" y="8774"/>
                    <a:pt x="2734" y="8609"/>
                    <a:pt x="3065" y="8280"/>
                  </a:cubicBezTo>
                  <a:lnTo>
                    <a:pt x="4554" y="6846"/>
                  </a:lnTo>
                  <a:lnTo>
                    <a:pt x="6042" y="8280"/>
                  </a:lnTo>
                  <a:cubicBezTo>
                    <a:pt x="6373" y="8609"/>
                    <a:pt x="6806" y="8774"/>
                    <a:pt x="7239" y="8774"/>
                  </a:cubicBezTo>
                  <a:cubicBezTo>
                    <a:pt x="7675" y="8774"/>
                    <a:pt x="8111" y="8607"/>
                    <a:pt x="8443" y="8274"/>
                  </a:cubicBezTo>
                  <a:cubicBezTo>
                    <a:pt x="9104" y="7610"/>
                    <a:pt x="9104" y="6535"/>
                    <a:pt x="8440" y="5873"/>
                  </a:cubicBezTo>
                  <a:lnTo>
                    <a:pt x="6957" y="4388"/>
                  </a:lnTo>
                  <a:lnTo>
                    <a:pt x="8440" y="2902"/>
                  </a:lnTo>
                  <a:cubicBezTo>
                    <a:pt x="8760" y="2585"/>
                    <a:pt x="8938" y="2153"/>
                    <a:pt x="8938" y="1703"/>
                  </a:cubicBezTo>
                  <a:cubicBezTo>
                    <a:pt x="8938" y="1018"/>
                    <a:pt x="8524" y="399"/>
                    <a:pt x="7893" y="133"/>
                  </a:cubicBezTo>
                  <a:cubicBezTo>
                    <a:pt x="7682" y="46"/>
                    <a:pt x="7460" y="3"/>
                    <a:pt x="7239" y="3"/>
                  </a:cubicBezTo>
                  <a:cubicBezTo>
                    <a:pt x="6799" y="3"/>
                    <a:pt x="6366" y="174"/>
                    <a:pt x="6042" y="496"/>
                  </a:cubicBezTo>
                  <a:lnTo>
                    <a:pt x="4554" y="1930"/>
                  </a:lnTo>
                  <a:lnTo>
                    <a:pt x="3065" y="496"/>
                  </a:lnTo>
                  <a:cubicBezTo>
                    <a:pt x="2733" y="165"/>
                    <a:pt x="2299" y="0"/>
                    <a:pt x="18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20" name="Google Shape;2020;p42"/>
          <p:cNvGrpSpPr/>
          <p:nvPr/>
        </p:nvGrpSpPr>
        <p:grpSpPr>
          <a:xfrm>
            <a:off x="7919529" y="2536709"/>
            <a:ext cx="202574" cy="202526"/>
            <a:chOff x="2081650" y="4993750"/>
            <a:chExt cx="483125" cy="483125"/>
          </a:xfrm>
        </p:grpSpPr>
        <p:sp>
          <p:nvSpPr>
            <p:cNvPr id="2021" name="Google Shape;2021;p42"/>
            <p:cNvSpPr/>
            <p:nvPr/>
          </p:nvSpPr>
          <p:spPr>
            <a:xfrm>
              <a:off x="2081650" y="4993750"/>
              <a:ext cx="483125" cy="483125"/>
            </a:xfrm>
            <a:custGeom>
              <a:rect b="b" l="l" r="r" t="t"/>
              <a:pathLst>
                <a:path extrusionOk="0" h="19325" w="19325">
                  <a:moveTo>
                    <a:pt x="9663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0"/>
                    <a:pt x="11824" y="18193"/>
                    <a:pt x="9663" y="18193"/>
                  </a:cubicBezTo>
                  <a:cubicBezTo>
                    <a:pt x="7501" y="18193"/>
                    <a:pt x="5342" y="17350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1" y="1133"/>
                    <a:pt x="9663" y="1133"/>
                  </a:cubicBezTo>
                  <a:close/>
                  <a:moveTo>
                    <a:pt x="9663" y="1"/>
                  </a:moveTo>
                  <a:cubicBezTo>
                    <a:pt x="7117" y="1"/>
                    <a:pt x="4699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9" y="18310"/>
                    <a:pt x="7117" y="19325"/>
                    <a:pt x="9663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2" name="Google Shape;2022;p42"/>
            <p:cNvSpPr/>
            <p:nvPr/>
          </p:nvSpPr>
          <p:spPr>
            <a:xfrm>
              <a:off x="2209375" y="5125625"/>
              <a:ext cx="227600" cy="219350"/>
            </a:xfrm>
            <a:custGeom>
              <a:rect b="b" l="l" r="r" t="t"/>
              <a:pathLst>
                <a:path extrusionOk="0" h="8774" w="9104">
                  <a:moveTo>
                    <a:pt x="7232" y="1143"/>
                  </a:moveTo>
                  <a:cubicBezTo>
                    <a:pt x="7377" y="1143"/>
                    <a:pt x="7522" y="1198"/>
                    <a:pt x="7633" y="1308"/>
                  </a:cubicBezTo>
                  <a:cubicBezTo>
                    <a:pt x="7851" y="1528"/>
                    <a:pt x="7854" y="1882"/>
                    <a:pt x="7639" y="2102"/>
                  </a:cubicBezTo>
                  <a:lnTo>
                    <a:pt x="5755" y="3986"/>
                  </a:lnTo>
                  <a:cubicBezTo>
                    <a:pt x="5532" y="4210"/>
                    <a:pt x="5532" y="4566"/>
                    <a:pt x="5755" y="4789"/>
                  </a:cubicBezTo>
                  <a:lnTo>
                    <a:pt x="7639" y="6673"/>
                  </a:lnTo>
                  <a:cubicBezTo>
                    <a:pt x="7854" y="6894"/>
                    <a:pt x="7851" y="7247"/>
                    <a:pt x="7633" y="7468"/>
                  </a:cubicBezTo>
                  <a:cubicBezTo>
                    <a:pt x="7522" y="7577"/>
                    <a:pt x="7377" y="7633"/>
                    <a:pt x="7232" y="7633"/>
                  </a:cubicBezTo>
                  <a:cubicBezTo>
                    <a:pt x="7090" y="7633"/>
                    <a:pt x="6948" y="7580"/>
                    <a:pt x="6839" y="7474"/>
                  </a:cubicBezTo>
                  <a:lnTo>
                    <a:pt x="6830" y="7468"/>
                  </a:lnTo>
                  <a:lnTo>
                    <a:pt x="4946" y="5650"/>
                  </a:lnTo>
                  <a:cubicBezTo>
                    <a:pt x="4836" y="5544"/>
                    <a:pt x="4695" y="5491"/>
                    <a:pt x="4554" y="5491"/>
                  </a:cubicBezTo>
                  <a:cubicBezTo>
                    <a:pt x="4412" y="5491"/>
                    <a:pt x="4271" y="5544"/>
                    <a:pt x="4161" y="5650"/>
                  </a:cubicBezTo>
                  <a:lnTo>
                    <a:pt x="2277" y="7468"/>
                  </a:lnTo>
                  <a:lnTo>
                    <a:pt x="2268" y="7474"/>
                  </a:lnTo>
                  <a:cubicBezTo>
                    <a:pt x="2159" y="7580"/>
                    <a:pt x="2017" y="7633"/>
                    <a:pt x="1875" y="7633"/>
                  </a:cubicBezTo>
                  <a:cubicBezTo>
                    <a:pt x="1730" y="7633"/>
                    <a:pt x="1585" y="7577"/>
                    <a:pt x="1474" y="7468"/>
                  </a:cubicBezTo>
                  <a:cubicBezTo>
                    <a:pt x="1256" y="7247"/>
                    <a:pt x="1253" y="6894"/>
                    <a:pt x="1468" y="6673"/>
                  </a:cubicBezTo>
                  <a:lnTo>
                    <a:pt x="3352" y="4789"/>
                  </a:lnTo>
                  <a:cubicBezTo>
                    <a:pt x="3575" y="4566"/>
                    <a:pt x="3575" y="4210"/>
                    <a:pt x="3352" y="3986"/>
                  </a:cubicBezTo>
                  <a:lnTo>
                    <a:pt x="1468" y="2102"/>
                  </a:lnTo>
                  <a:cubicBezTo>
                    <a:pt x="1253" y="1882"/>
                    <a:pt x="1256" y="1528"/>
                    <a:pt x="1474" y="1308"/>
                  </a:cubicBezTo>
                  <a:cubicBezTo>
                    <a:pt x="1585" y="1198"/>
                    <a:pt x="1730" y="1143"/>
                    <a:pt x="1875" y="1143"/>
                  </a:cubicBezTo>
                  <a:cubicBezTo>
                    <a:pt x="2017" y="1143"/>
                    <a:pt x="2159" y="1196"/>
                    <a:pt x="2268" y="1302"/>
                  </a:cubicBezTo>
                  <a:lnTo>
                    <a:pt x="2277" y="1308"/>
                  </a:lnTo>
                  <a:lnTo>
                    <a:pt x="4161" y="3126"/>
                  </a:lnTo>
                  <a:cubicBezTo>
                    <a:pt x="4271" y="3231"/>
                    <a:pt x="4412" y="3284"/>
                    <a:pt x="4554" y="3284"/>
                  </a:cubicBezTo>
                  <a:cubicBezTo>
                    <a:pt x="4695" y="3284"/>
                    <a:pt x="4836" y="3231"/>
                    <a:pt x="4946" y="3126"/>
                  </a:cubicBezTo>
                  <a:lnTo>
                    <a:pt x="6830" y="1308"/>
                  </a:lnTo>
                  <a:lnTo>
                    <a:pt x="6839" y="1302"/>
                  </a:lnTo>
                  <a:cubicBezTo>
                    <a:pt x="6948" y="1196"/>
                    <a:pt x="7090" y="1143"/>
                    <a:pt x="7232" y="1143"/>
                  </a:cubicBezTo>
                  <a:close/>
                  <a:moveTo>
                    <a:pt x="1865" y="0"/>
                  </a:moveTo>
                  <a:cubicBezTo>
                    <a:pt x="1430" y="0"/>
                    <a:pt x="995" y="166"/>
                    <a:pt x="664" y="499"/>
                  </a:cubicBezTo>
                  <a:cubicBezTo>
                    <a:pt x="0" y="1163"/>
                    <a:pt x="3" y="2241"/>
                    <a:pt x="667" y="2902"/>
                  </a:cubicBezTo>
                  <a:lnTo>
                    <a:pt x="2153" y="4388"/>
                  </a:lnTo>
                  <a:lnTo>
                    <a:pt x="667" y="5873"/>
                  </a:lnTo>
                  <a:cubicBezTo>
                    <a:pt x="0" y="6535"/>
                    <a:pt x="0" y="7610"/>
                    <a:pt x="661" y="8274"/>
                  </a:cubicBezTo>
                  <a:cubicBezTo>
                    <a:pt x="995" y="8607"/>
                    <a:pt x="1431" y="8774"/>
                    <a:pt x="1868" y="8774"/>
                  </a:cubicBezTo>
                  <a:cubicBezTo>
                    <a:pt x="2301" y="8774"/>
                    <a:pt x="2734" y="8609"/>
                    <a:pt x="3065" y="8280"/>
                  </a:cubicBezTo>
                  <a:lnTo>
                    <a:pt x="4554" y="6846"/>
                  </a:lnTo>
                  <a:lnTo>
                    <a:pt x="6042" y="8280"/>
                  </a:lnTo>
                  <a:cubicBezTo>
                    <a:pt x="6373" y="8609"/>
                    <a:pt x="6806" y="8774"/>
                    <a:pt x="7239" y="8774"/>
                  </a:cubicBezTo>
                  <a:cubicBezTo>
                    <a:pt x="7675" y="8774"/>
                    <a:pt x="8111" y="8607"/>
                    <a:pt x="8443" y="8274"/>
                  </a:cubicBezTo>
                  <a:cubicBezTo>
                    <a:pt x="9104" y="7610"/>
                    <a:pt x="9104" y="6535"/>
                    <a:pt x="8440" y="5873"/>
                  </a:cubicBezTo>
                  <a:lnTo>
                    <a:pt x="6957" y="4388"/>
                  </a:lnTo>
                  <a:lnTo>
                    <a:pt x="8440" y="2902"/>
                  </a:lnTo>
                  <a:cubicBezTo>
                    <a:pt x="8760" y="2585"/>
                    <a:pt x="8938" y="2153"/>
                    <a:pt x="8938" y="1703"/>
                  </a:cubicBezTo>
                  <a:cubicBezTo>
                    <a:pt x="8938" y="1018"/>
                    <a:pt x="8524" y="399"/>
                    <a:pt x="7893" y="133"/>
                  </a:cubicBezTo>
                  <a:cubicBezTo>
                    <a:pt x="7682" y="46"/>
                    <a:pt x="7460" y="3"/>
                    <a:pt x="7239" y="3"/>
                  </a:cubicBezTo>
                  <a:cubicBezTo>
                    <a:pt x="6799" y="3"/>
                    <a:pt x="6366" y="174"/>
                    <a:pt x="6042" y="496"/>
                  </a:cubicBezTo>
                  <a:lnTo>
                    <a:pt x="4554" y="1930"/>
                  </a:lnTo>
                  <a:lnTo>
                    <a:pt x="3065" y="496"/>
                  </a:lnTo>
                  <a:cubicBezTo>
                    <a:pt x="2733" y="165"/>
                    <a:pt x="2299" y="0"/>
                    <a:pt x="18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23" name="Google Shape;2023;p42"/>
          <p:cNvSpPr txBox="1"/>
          <p:nvPr>
            <p:ph idx="1" type="subTitle"/>
          </p:nvPr>
        </p:nvSpPr>
        <p:spPr>
          <a:xfrm>
            <a:off x="1235525" y="94950"/>
            <a:ext cx="36558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" sz="18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01 . </a:t>
            </a:r>
            <a:r>
              <a:rPr lang="en" sz="1800">
                <a:latin typeface="Alexandria Medium"/>
                <a:ea typeface="Alexandria Medium"/>
                <a:cs typeface="Alexandria Medium"/>
                <a:sym typeface="Alexandria Medium"/>
              </a:rPr>
              <a:t>Approache</a:t>
            </a:r>
            <a:endParaRPr sz="1800">
              <a:latin typeface="Alexandria Medium"/>
              <a:ea typeface="Alexandria Medium"/>
              <a:cs typeface="Alexandria Medium"/>
              <a:sym typeface="Alexandria Medium"/>
            </a:endParaRPr>
          </a:p>
        </p:txBody>
      </p:sp>
      <p:grpSp>
        <p:nvGrpSpPr>
          <p:cNvPr id="2024" name="Google Shape;2024;p42"/>
          <p:cNvGrpSpPr/>
          <p:nvPr/>
        </p:nvGrpSpPr>
        <p:grpSpPr>
          <a:xfrm>
            <a:off x="1126000" y="1906463"/>
            <a:ext cx="6717987" cy="3153840"/>
            <a:chOff x="1294625" y="1566365"/>
            <a:chExt cx="6554773" cy="2887867"/>
          </a:xfrm>
        </p:grpSpPr>
        <p:cxnSp>
          <p:nvCxnSpPr>
            <p:cNvPr id="2025" name="Google Shape;2025;p42"/>
            <p:cNvCxnSpPr/>
            <p:nvPr/>
          </p:nvCxnSpPr>
          <p:spPr>
            <a:xfrm rot="10800000">
              <a:off x="2121228" y="4454232"/>
              <a:ext cx="56418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26" name="Google Shape;2026;p42"/>
            <p:cNvSpPr txBox="1"/>
            <p:nvPr/>
          </p:nvSpPr>
          <p:spPr>
            <a:xfrm flipH="1">
              <a:off x="2191469" y="1566365"/>
              <a:ext cx="1238700" cy="46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2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endParaRPr>
            </a:p>
          </p:txBody>
        </p:sp>
        <p:sp>
          <p:nvSpPr>
            <p:cNvPr id="2027" name="Google Shape;2027;p42"/>
            <p:cNvSpPr txBox="1"/>
            <p:nvPr/>
          </p:nvSpPr>
          <p:spPr>
            <a:xfrm flipH="1">
              <a:off x="3652658" y="1573662"/>
              <a:ext cx="1274400" cy="46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2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endParaRPr>
            </a:p>
          </p:txBody>
        </p:sp>
        <p:sp>
          <p:nvSpPr>
            <p:cNvPr id="2028" name="Google Shape;2028;p42"/>
            <p:cNvSpPr txBox="1"/>
            <p:nvPr/>
          </p:nvSpPr>
          <p:spPr>
            <a:xfrm flipH="1">
              <a:off x="5149523" y="1566365"/>
              <a:ext cx="1238700" cy="46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2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endParaRPr>
            </a:p>
          </p:txBody>
        </p:sp>
        <p:sp>
          <p:nvSpPr>
            <p:cNvPr id="2029" name="Google Shape;2029;p42"/>
            <p:cNvSpPr txBox="1"/>
            <p:nvPr/>
          </p:nvSpPr>
          <p:spPr>
            <a:xfrm flipH="1">
              <a:off x="6610698" y="1769381"/>
              <a:ext cx="1238700" cy="46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2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endParaRPr>
            </a:p>
          </p:txBody>
        </p:sp>
        <p:sp>
          <p:nvSpPr>
            <p:cNvPr id="2030" name="Google Shape;2030;p42"/>
            <p:cNvSpPr txBox="1"/>
            <p:nvPr/>
          </p:nvSpPr>
          <p:spPr>
            <a:xfrm flipH="1">
              <a:off x="1294625" y="2186650"/>
              <a:ext cx="8961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</p:txBody>
        </p:sp>
        <p:sp>
          <p:nvSpPr>
            <p:cNvPr id="2031" name="Google Shape;2031;p42"/>
            <p:cNvSpPr txBox="1"/>
            <p:nvPr/>
          </p:nvSpPr>
          <p:spPr>
            <a:xfrm flipH="1">
              <a:off x="1324510" y="3463203"/>
              <a:ext cx="14760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n_parameters_1</a:t>
              </a:r>
              <a:endPara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</p:txBody>
        </p:sp>
        <p:sp>
          <p:nvSpPr>
            <p:cNvPr id="2032" name="Google Shape;2032;p42"/>
            <p:cNvSpPr txBox="1"/>
            <p:nvPr/>
          </p:nvSpPr>
          <p:spPr>
            <a:xfrm flipH="1">
              <a:off x="1294704" y="3840183"/>
              <a:ext cx="1645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n_parameters_2</a:t>
              </a:r>
              <a:endParaRPr b="0" i="0" sz="1600" u="none" cap="none" strike="noStrik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</p:txBody>
        </p:sp>
        <p:sp>
          <p:nvSpPr>
            <p:cNvPr id="2033" name="Google Shape;2033;p42"/>
            <p:cNvSpPr/>
            <p:nvPr/>
          </p:nvSpPr>
          <p:spPr>
            <a:xfrm>
              <a:off x="2730301" y="3553806"/>
              <a:ext cx="1413600" cy="1809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/>
                <a:t>75,504,872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4" name="Google Shape;2034;p42"/>
            <p:cNvSpPr/>
            <p:nvPr/>
          </p:nvSpPr>
          <p:spPr>
            <a:xfrm>
              <a:off x="2730297" y="3930786"/>
              <a:ext cx="1413600" cy="180900"/>
            </a:xfrm>
            <a:prstGeom prst="roundRect">
              <a:avLst>
                <a:gd fmla="val 16667" name="adj"/>
              </a:avLst>
            </a:prstGeom>
            <a:solidFill>
              <a:schemeClr val="accent3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/>
                <a:t>1,438,910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8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9" name="Google Shape;2039;p43"/>
          <p:cNvGrpSpPr/>
          <p:nvPr/>
        </p:nvGrpSpPr>
        <p:grpSpPr>
          <a:xfrm>
            <a:off x="4360149" y="632092"/>
            <a:ext cx="3879489" cy="3879489"/>
            <a:chOff x="4522050" y="622650"/>
            <a:chExt cx="3898200" cy="3898200"/>
          </a:xfrm>
        </p:grpSpPr>
        <p:sp>
          <p:nvSpPr>
            <p:cNvPr id="2040" name="Google Shape;2040;p43"/>
            <p:cNvSpPr/>
            <p:nvPr/>
          </p:nvSpPr>
          <p:spPr>
            <a:xfrm>
              <a:off x="4522050" y="622650"/>
              <a:ext cx="3898200" cy="38982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1" name="Google Shape;2041;p43"/>
            <p:cNvSpPr/>
            <p:nvPr/>
          </p:nvSpPr>
          <p:spPr>
            <a:xfrm>
              <a:off x="4698900" y="799500"/>
              <a:ext cx="3544500" cy="35445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42" name="Google Shape;2042;p43"/>
          <p:cNvSpPr txBox="1"/>
          <p:nvPr>
            <p:ph type="title"/>
          </p:nvPr>
        </p:nvSpPr>
        <p:spPr>
          <a:xfrm>
            <a:off x="480972" y="2699447"/>
            <a:ext cx="32919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 sz="2400"/>
              <a:t>Transformers </a:t>
            </a:r>
            <a:endParaRPr sz="2400"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043" name="Google Shape;2043;p43"/>
          <p:cNvSpPr txBox="1"/>
          <p:nvPr>
            <p:ph idx="1" type="subTitle"/>
          </p:nvPr>
        </p:nvSpPr>
        <p:spPr>
          <a:xfrm>
            <a:off x="669125" y="1947675"/>
            <a:ext cx="33456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">
                <a:latin typeface="Alexandria Medium"/>
                <a:ea typeface="Alexandria Medium"/>
                <a:cs typeface="Alexandria Medium"/>
                <a:sym typeface="Alexandria Medium"/>
              </a:rPr>
              <a:t>Attention is All You need ! </a:t>
            </a:r>
            <a:endParaRPr>
              <a:latin typeface="Alexandria Medium"/>
              <a:ea typeface="Alexandria Medium"/>
              <a:cs typeface="Alexandria Medium"/>
              <a:sym typeface="Alexandria Medium"/>
            </a:endParaRPr>
          </a:p>
        </p:txBody>
      </p:sp>
      <p:sp>
        <p:nvSpPr>
          <p:cNvPr id="2044" name="Google Shape;2044;p43"/>
          <p:cNvSpPr txBox="1"/>
          <p:nvPr/>
        </p:nvSpPr>
        <p:spPr>
          <a:xfrm>
            <a:off x="4799888" y="221427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"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rPr>
              <a:t>MarianMTModel</a:t>
            </a:r>
            <a:endParaRPr/>
          </a:p>
        </p:txBody>
      </p:sp>
      <p:sp>
        <p:nvSpPr>
          <p:cNvPr id="2045" name="Google Shape;2045;p4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9" name="Shape 2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Google Shape;2050;p44"/>
          <p:cNvSpPr txBox="1"/>
          <p:nvPr>
            <p:ph type="title"/>
          </p:nvPr>
        </p:nvSpPr>
        <p:spPr>
          <a:xfrm>
            <a:off x="1503550" y="757700"/>
            <a:ext cx="60063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MarianMTModel</a:t>
            </a:r>
            <a:endParaRPr/>
          </a:p>
        </p:txBody>
      </p:sp>
      <p:sp>
        <p:nvSpPr>
          <p:cNvPr id="2051" name="Google Shape;2051;p44"/>
          <p:cNvSpPr txBox="1"/>
          <p:nvPr>
            <p:ph idx="1" type="subTitle"/>
          </p:nvPr>
        </p:nvSpPr>
        <p:spPr>
          <a:xfrm>
            <a:off x="1491628" y="286048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800"/>
              <a:t>What</a:t>
            </a:r>
            <a:r>
              <a:rPr lang="en" sz="1800"/>
              <a:t> is  </a:t>
            </a:r>
            <a:r>
              <a:rPr lang="en" sz="1800"/>
              <a:t>MarianMTModel</a:t>
            </a:r>
            <a:endParaRPr/>
          </a:p>
        </p:txBody>
      </p:sp>
      <p:sp>
        <p:nvSpPr>
          <p:cNvPr id="2052" name="Google Shape;2052;p44"/>
          <p:cNvSpPr txBox="1"/>
          <p:nvPr>
            <p:ph idx="3" type="subTitle"/>
          </p:nvPr>
        </p:nvSpPr>
        <p:spPr>
          <a:xfrm>
            <a:off x="5900187" y="286048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800"/>
              <a:t>Why </a:t>
            </a:r>
            <a:r>
              <a:rPr lang="en" sz="1800"/>
              <a:t>MarianMTModel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</p:txBody>
      </p:sp>
      <p:sp>
        <p:nvSpPr>
          <p:cNvPr id="2053" name="Google Shape;2053;p44"/>
          <p:cNvSpPr txBox="1"/>
          <p:nvPr/>
        </p:nvSpPr>
        <p:spPr>
          <a:xfrm>
            <a:off x="206539" y="2629484"/>
            <a:ext cx="117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" sz="7200" u="none" cap="none" strike="noStrike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01</a:t>
            </a:r>
            <a:endParaRPr b="0" i="0" sz="7200" u="none" cap="none" strike="noStrike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2054" name="Google Shape;2054;p44"/>
          <p:cNvSpPr txBox="1"/>
          <p:nvPr/>
        </p:nvSpPr>
        <p:spPr>
          <a:xfrm>
            <a:off x="4415041" y="2705859"/>
            <a:ext cx="11796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n" sz="7200" u="none" cap="none" strike="noStrike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02</a:t>
            </a:r>
            <a:endParaRPr b="0" i="0" sz="7200" u="none" cap="none" strike="noStrike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2055" name="Google Shape;2055;p44"/>
          <p:cNvSpPr txBox="1"/>
          <p:nvPr/>
        </p:nvSpPr>
        <p:spPr>
          <a:xfrm>
            <a:off x="2142200" y="1091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02 . </a:t>
            </a:r>
            <a:r>
              <a:rPr lang="en" sz="1800">
                <a:latin typeface="Alexandria Medium"/>
                <a:ea typeface="Alexandria Medium"/>
                <a:cs typeface="Alexandria Medium"/>
                <a:sym typeface="Alexandria Medium"/>
              </a:rPr>
              <a:t>Approache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9" name="Shape 2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Google Shape;2060;p45"/>
          <p:cNvSpPr txBox="1"/>
          <p:nvPr>
            <p:ph idx="4" type="subTitle"/>
          </p:nvPr>
        </p:nvSpPr>
        <p:spPr>
          <a:xfrm>
            <a:off x="3689552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</a:rPr>
              <a:t>MarianTokenizer</a:t>
            </a:r>
            <a:endParaRPr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1" name="Google Shape;2061;p45"/>
          <p:cNvSpPr txBox="1"/>
          <p:nvPr>
            <p:ph idx="5" type="subTitle"/>
          </p:nvPr>
        </p:nvSpPr>
        <p:spPr>
          <a:xfrm>
            <a:off x="585667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Data Set </a:t>
            </a:r>
            <a:endParaRPr/>
          </a:p>
        </p:txBody>
      </p:sp>
      <p:sp>
        <p:nvSpPr>
          <p:cNvPr id="2062" name="Google Shape;2062;p45"/>
          <p:cNvSpPr txBox="1"/>
          <p:nvPr>
            <p:ph idx="1" type="subTitle"/>
          </p:nvPr>
        </p:nvSpPr>
        <p:spPr>
          <a:xfrm>
            <a:off x="152242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Model Name </a:t>
            </a:r>
            <a:endParaRPr/>
          </a:p>
        </p:txBody>
      </p:sp>
      <p:sp>
        <p:nvSpPr>
          <p:cNvPr id="2063" name="Google Shape;2063;p45"/>
          <p:cNvSpPr txBox="1"/>
          <p:nvPr>
            <p:ph idx="3" type="subTitle"/>
          </p:nvPr>
        </p:nvSpPr>
        <p:spPr>
          <a:xfrm>
            <a:off x="3689552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Model Tokenizer</a:t>
            </a:r>
            <a:endParaRPr/>
          </a:p>
        </p:txBody>
      </p:sp>
      <p:sp>
        <p:nvSpPr>
          <p:cNvPr id="2064" name="Google Shape;2064;p45"/>
          <p:cNvSpPr txBox="1"/>
          <p:nvPr>
            <p:ph idx="6" type="subTitle"/>
          </p:nvPr>
        </p:nvSpPr>
        <p:spPr>
          <a:xfrm>
            <a:off x="585667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OPUS</a:t>
            </a:r>
            <a:endParaRPr/>
          </a:p>
        </p:txBody>
      </p:sp>
      <p:sp>
        <p:nvSpPr>
          <p:cNvPr id="2065" name="Google Shape;2065;p45"/>
          <p:cNvSpPr txBox="1"/>
          <p:nvPr>
            <p:ph idx="2" type="subTitle"/>
          </p:nvPr>
        </p:nvSpPr>
        <p:spPr>
          <a:xfrm>
            <a:off x="152242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Helsinki-NLP/opus-mt-en-ar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66" name="Google Shape;2066;p45"/>
          <p:cNvSpPr txBox="1"/>
          <p:nvPr>
            <p:ph type="title"/>
          </p:nvPr>
        </p:nvSpPr>
        <p:spPr>
          <a:xfrm>
            <a:off x="3090672" y="338328"/>
            <a:ext cx="29628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About Model </a:t>
            </a:r>
            <a:endParaRPr/>
          </a:p>
        </p:txBody>
      </p:sp>
      <p:sp>
        <p:nvSpPr>
          <p:cNvPr id="2067" name="Google Shape;2067;p45"/>
          <p:cNvSpPr txBox="1"/>
          <p:nvPr>
            <p:ph idx="7" type="subTitle"/>
          </p:nvPr>
        </p:nvSpPr>
        <p:spPr>
          <a:xfrm>
            <a:off x="152242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N_parameters </a:t>
            </a:r>
            <a:endParaRPr/>
          </a:p>
        </p:txBody>
      </p:sp>
      <p:sp>
        <p:nvSpPr>
          <p:cNvPr id="2068" name="Google Shape;2068;p45"/>
          <p:cNvSpPr txBox="1"/>
          <p:nvPr>
            <p:ph idx="8" type="subTitle"/>
          </p:nvPr>
        </p:nvSpPr>
        <p:spPr>
          <a:xfrm>
            <a:off x="152242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110 million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69" name="Google Shape;2069;p45"/>
          <p:cNvSpPr txBox="1"/>
          <p:nvPr>
            <p:ph idx="9" type="subTitle"/>
          </p:nvPr>
        </p:nvSpPr>
        <p:spPr>
          <a:xfrm>
            <a:off x="3597450" y="3215961"/>
            <a:ext cx="194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BLEU Metric</a:t>
            </a:r>
            <a:endParaRPr/>
          </a:p>
        </p:txBody>
      </p:sp>
      <p:sp>
        <p:nvSpPr>
          <p:cNvPr id="2070" name="Google Shape;2070;p45"/>
          <p:cNvSpPr txBox="1"/>
          <p:nvPr>
            <p:ph idx="13" type="subTitle"/>
          </p:nvPr>
        </p:nvSpPr>
        <p:spPr>
          <a:xfrm>
            <a:off x="3597500" y="3556023"/>
            <a:ext cx="194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14.0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71" name="Google Shape;2071;p45"/>
          <p:cNvSpPr txBox="1"/>
          <p:nvPr>
            <p:ph idx="14" type="subTitle"/>
          </p:nvPr>
        </p:nvSpPr>
        <p:spPr>
          <a:xfrm>
            <a:off x="585667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chr-F </a:t>
            </a:r>
            <a:endParaRPr/>
          </a:p>
        </p:txBody>
      </p:sp>
      <p:sp>
        <p:nvSpPr>
          <p:cNvPr id="2072" name="Google Shape;2072;p45"/>
          <p:cNvSpPr txBox="1"/>
          <p:nvPr>
            <p:ph idx="15" type="subTitle"/>
          </p:nvPr>
        </p:nvSpPr>
        <p:spPr>
          <a:xfrm>
            <a:off x="585667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0.437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6" name="Shape 2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7" name="Google Shape;2077;p46"/>
          <p:cNvSpPr txBox="1"/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4700"/>
              <a:t>Flutter_App</a:t>
            </a:r>
            <a:endParaRPr sz="4700"/>
          </a:p>
        </p:txBody>
      </p:sp>
      <p:sp>
        <p:nvSpPr>
          <p:cNvPr id="2078" name="Google Shape;2078;p46"/>
          <p:cNvSpPr txBox="1"/>
          <p:nvPr>
            <p:ph idx="2" type="title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079" name="Google Shape;2079;p46"/>
          <p:cNvSpPr txBox="1"/>
          <p:nvPr>
            <p:ph idx="1" type="subTitle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3" name="Shape 2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4" name="Google Shape;2084;p47"/>
          <p:cNvSpPr txBox="1"/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Our Process</a:t>
            </a:r>
            <a:endParaRPr/>
          </a:p>
        </p:txBody>
      </p:sp>
      <p:sp>
        <p:nvSpPr>
          <p:cNvPr id="2085" name="Google Shape;2085;p47"/>
          <p:cNvSpPr txBox="1"/>
          <p:nvPr/>
        </p:nvSpPr>
        <p:spPr>
          <a:xfrm>
            <a:off x="1005450" y="1404074"/>
            <a:ext cx="22194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The Blue,  smooth , 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Light and Friendly UI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86" name="Google Shape;2086;p47"/>
          <p:cNvSpPr txBox="1"/>
          <p:nvPr/>
        </p:nvSpPr>
        <p:spPr>
          <a:xfrm>
            <a:off x="4281250" y="1404074"/>
            <a:ext cx="22194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Converting the model 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               Into API 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87" name="Google Shape;2087;p47"/>
          <p:cNvSpPr txBox="1"/>
          <p:nvPr/>
        </p:nvSpPr>
        <p:spPr>
          <a:xfrm>
            <a:off x="2643350" y="3609322"/>
            <a:ext cx="2219400" cy="11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TTS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Http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Convert 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088" name="Google Shape;2088;p47"/>
          <p:cNvSpPr txBox="1"/>
          <p:nvPr/>
        </p:nvSpPr>
        <p:spPr>
          <a:xfrm>
            <a:off x="5919150" y="3609323"/>
            <a:ext cx="22194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Uvicorn Server 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FastAPI Endpoint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FastAPI Bind 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pSp>
        <p:nvGrpSpPr>
          <p:cNvPr id="2089" name="Google Shape;2089;p47"/>
          <p:cNvGrpSpPr/>
          <p:nvPr/>
        </p:nvGrpSpPr>
        <p:grpSpPr>
          <a:xfrm>
            <a:off x="1620199" y="2106974"/>
            <a:ext cx="5900534" cy="1517351"/>
            <a:chOff x="1621724" y="2106974"/>
            <a:chExt cx="5900534" cy="1517351"/>
          </a:xfrm>
        </p:grpSpPr>
        <p:grpSp>
          <p:nvGrpSpPr>
            <p:cNvPr id="2090" name="Google Shape;2090;p47"/>
            <p:cNvGrpSpPr/>
            <p:nvPr/>
          </p:nvGrpSpPr>
          <p:grpSpPr>
            <a:xfrm>
              <a:off x="2604780" y="2885081"/>
              <a:ext cx="4021759" cy="437"/>
              <a:chOff x="3762453" y="2553002"/>
              <a:chExt cx="1121579" cy="122"/>
            </a:xfrm>
          </p:grpSpPr>
          <p:cxnSp>
            <p:nvCxnSpPr>
              <p:cNvPr id="2091" name="Google Shape;2091;p47"/>
              <p:cNvCxnSpPr/>
              <p:nvPr/>
            </p:nvCxnSpPr>
            <p:spPr>
              <a:xfrm>
                <a:off x="4195395" y="2553002"/>
                <a:ext cx="2316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92" name="Google Shape;2092;p47"/>
              <p:cNvCxnSpPr/>
              <p:nvPr/>
            </p:nvCxnSpPr>
            <p:spPr>
              <a:xfrm>
                <a:off x="4652432" y="2553002"/>
                <a:ext cx="2316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93" name="Google Shape;2093;p47"/>
              <p:cNvCxnSpPr>
                <a:stCxn id="2094" idx="6"/>
                <a:endCxn id="2095" idx="2"/>
              </p:cNvCxnSpPr>
              <p:nvPr/>
            </p:nvCxnSpPr>
            <p:spPr>
              <a:xfrm>
                <a:off x="3762453" y="2553124"/>
                <a:ext cx="1830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2096" name="Google Shape;2096;p47"/>
            <p:cNvCxnSpPr/>
            <p:nvPr/>
          </p:nvCxnSpPr>
          <p:spPr>
            <a:xfrm>
              <a:off x="3752008" y="3186309"/>
              <a:ext cx="0" cy="358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097" name="Google Shape;2097;p47"/>
            <p:cNvGrpSpPr/>
            <p:nvPr/>
          </p:nvGrpSpPr>
          <p:grpSpPr>
            <a:xfrm>
              <a:off x="3261116" y="2393764"/>
              <a:ext cx="983016" cy="983016"/>
              <a:chOff x="3347725" y="2480342"/>
              <a:chExt cx="810000" cy="810000"/>
            </a:xfrm>
          </p:grpSpPr>
          <p:sp>
            <p:nvSpPr>
              <p:cNvPr id="2095" name="Google Shape;2095;p47"/>
              <p:cNvSpPr/>
              <p:nvPr/>
            </p:nvSpPr>
            <p:spPr>
              <a:xfrm>
                <a:off x="3347725" y="2480342"/>
                <a:ext cx="810000" cy="8100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8" name="Google Shape;2098;p47"/>
              <p:cNvSpPr/>
              <p:nvPr/>
            </p:nvSpPr>
            <p:spPr>
              <a:xfrm>
                <a:off x="3451091" y="2583719"/>
                <a:ext cx="603600" cy="6036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099" name="Google Shape;2099;p47"/>
            <p:cNvCxnSpPr>
              <a:stCxn id="2100" idx="0"/>
            </p:cNvCxnSpPr>
            <p:nvPr/>
          </p:nvCxnSpPr>
          <p:spPr>
            <a:xfrm rot="10800000">
              <a:off x="5391602" y="2122098"/>
              <a:ext cx="0" cy="396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101" name="Google Shape;2101;p47"/>
            <p:cNvGrpSpPr/>
            <p:nvPr/>
          </p:nvGrpSpPr>
          <p:grpSpPr>
            <a:xfrm>
              <a:off x="4899972" y="2393374"/>
              <a:ext cx="983218" cy="983218"/>
              <a:chOff x="4987056" y="2480342"/>
              <a:chExt cx="809100" cy="809100"/>
            </a:xfrm>
          </p:grpSpPr>
          <p:sp>
            <p:nvSpPr>
              <p:cNvPr id="2102" name="Google Shape;2102;p47"/>
              <p:cNvSpPr/>
              <p:nvPr/>
            </p:nvSpPr>
            <p:spPr>
              <a:xfrm>
                <a:off x="4987056" y="2480342"/>
                <a:ext cx="809100" cy="8091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0" name="Google Shape;2100;p47"/>
              <p:cNvSpPr/>
              <p:nvPr/>
            </p:nvSpPr>
            <p:spPr>
              <a:xfrm>
                <a:off x="5090423" y="2583719"/>
                <a:ext cx="602400" cy="6024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103" name="Google Shape;2103;p47"/>
            <p:cNvCxnSpPr/>
            <p:nvPr/>
          </p:nvCxnSpPr>
          <p:spPr>
            <a:xfrm>
              <a:off x="7031106" y="3186309"/>
              <a:ext cx="0" cy="357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104" name="Google Shape;2104;p47"/>
            <p:cNvGrpSpPr/>
            <p:nvPr/>
          </p:nvGrpSpPr>
          <p:grpSpPr>
            <a:xfrm>
              <a:off x="6539040" y="2393176"/>
              <a:ext cx="983218" cy="983218"/>
              <a:chOff x="6626363" y="2480342"/>
              <a:chExt cx="809100" cy="809100"/>
            </a:xfrm>
          </p:grpSpPr>
          <p:sp>
            <p:nvSpPr>
              <p:cNvPr id="2105" name="Google Shape;2105;p47"/>
              <p:cNvSpPr/>
              <p:nvPr/>
            </p:nvSpPr>
            <p:spPr>
              <a:xfrm>
                <a:off x="6626363" y="2480342"/>
                <a:ext cx="809100" cy="8091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6" name="Google Shape;2106;p47"/>
              <p:cNvSpPr/>
              <p:nvPr/>
            </p:nvSpPr>
            <p:spPr>
              <a:xfrm>
                <a:off x="6729729" y="2583719"/>
                <a:ext cx="602400" cy="6024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107" name="Google Shape;2107;p47"/>
            <p:cNvCxnSpPr>
              <a:stCxn id="2108" idx="0"/>
            </p:cNvCxnSpPr>
            <p:nvPr/>
          </p:nvCxnSpPr>
          <p:spPr>
            <a:xfrm rot="10800000">
              <a:off x="2113473" y="2122230"/>
              <a:ext cx="0" cy="397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109" name="Google Shape;2109;p47"/>
            <p:cNvGrpSpPr/>
            <p:nvPr/>
          </p:nvGrpSpPr>
          <p:grpSpPr>
            <a:xfrm>
              <a:off x="1621724" y="2393808"/>
              <a:ext cx="983057" cy="983421"/>
              <a:chOff x="1708681" y="2480698"/>
              <a:chExt cx="809100" cy="809400"/>
            </a:xfrm>
          </p:grpSpPr>
          <p:sp>
            <p:nvSpPr>
              <p:cNvPr id="2094" name="Google Shape;2094;p47"/>
              <p:cNvSpPr/>
              <p:nvPr/>
            </p:nvSpPr>
            <p:spPr>
              <a:xfrm>
                <a:off x="1708681" y="2480698"/>
                <a:ext cx="809100" cy="8094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8" name="Google Shape;2108;p47"/>
              <p:cNvSpPr/>
              <p:nvPr/>
            </p:nvSpPr>
            <p:spPr>
              <a:xfrm>
                <a:off x="1812063" y="2584091"/>
                <a:ext cx="602700" cy="602700"/>
              </a:xfrm>
              <a:prstGeom prst="ellipse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10" name="Google Shape;2110;p47"/>
            <p:cNvSpPr/>
            <p:nvPr/>
          </p:nvSpPr>
          <p:spPr>
            <a:xfrm>
              <a:off x="2073125" y="2106975"/>
              <a:ext cx="79800" cy="798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1" name="Google Shape;2111;p47"/>
            <p:cNvSpPr/>
            <p:nvPr/>
          </p:nvSpPr>
          <p:spPr>
            <a:xfrm>
              <a:off x="5351645" y="2106974"/>
              <a:ext cx="79800" cy="798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2" name="Google Shape;2112;p47"/>
            <p:cNvSpPr/>
            <p:nvPr/>
          </p:nvSpPr>
          <p:spPr>
            <a:xfrm>
              <a:off x="3711575" y="3544525"/>
              <a:ext cx="79800" cy="79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3" name="Google Shape;2113;p47"/>
            <p:cNvSpPr/>
            <p:nvPr/>
          </p:nvSpPr>
          <p:spPr>
            <a:xfrm>
              <a:off x="6990966" y="3544525"/>
              <a:ext cx="79800" cy="79800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14" name="Google Shape;2114;p47"/>
          <p:cNvSpPr txBox="1"/>
          <p:nvPr/>
        </p:nvSpPr>
        <p:spPr>
          <a:xfrm>
            <a:off x="1762947" y="2723910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UI</a:t>
            </a:r>
            <a:endParaRPr b="0" i="0" sz="1800" u="none" cap="none" strike="noStrike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115" name="Google Shape;2115;p47"/>
          <p:cNvSpPr txBox="1"/>
          <p:nvPr/>
        </p:nvSpPr>
        <p:spPr>
          <a:xfrm>
            <a:off x="3224850" y="2744225"/>
            <a:ext cx="10566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7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Libaries</a:t>
            </a:r>
            <a:endParaRPr b="0" i="0" sz="2300" u="none" cap="none" strike="noStrike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116" name="Google Shape;2116;p47"/>
          <p:cNvSpPr txBox="1"/>
          <p:nvPr/>
        </p:nvSpPr>
        <p:spPr>
          <a:xfrm>
            <a:off x="5038747" y="2744235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API</a:t>
            </a:r>
            <a:endParaRPr b="0" i="0" sz="1800" u="none" cap="none" strike="noStrike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117" name="Google Shape;2117;p47"/>
          <p:cNvSpPr txBox="1"/>
          <p:nvPr/>
        </p:nvSpPr>
        <p:spPr>
          <a:xfrm>
            <a:off x="6559325" y="2744225"/>
            <a:ext cx="9615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FastAPI</a:t>
            </a:r>
            <a:endParaRPr b="0" i="0" sz="1800" u="none" cap="none" strike="noStrike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1" name="Shape 2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2" name="Google Shape;2122;p48"/>
          <p:cNvSpPr txBox="1"/>
          <p:nvPr>
            <p:ph type="title"/>
          </p:nvPr>
        </p:nvSpPr>
        <p:spPr>
          <a:xfrm>
            <a:off x="-1236025" y="58725"/>
            <a:ext cx="54249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sz="4000"/>
              <a:t>App Sample </a:t>
            </a:r>
            <a:endParaRPr sz="4000"/>
          </a:p>
        </p:txBody>
      </p:sp>
      <p:pic>
        <p:nvPicPr>
          <p:cNvPr id="2123" name="Google Shape;212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5375" y="304800"/>
            <a:ext cx="2233247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7" name="Shape 2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8" name="Google Shape;2128;p49"/>
          <p:cNvSpPr txBox="1"/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4700"/>
              <a:t>Challenges </a:t>
            </a:r>
            <a:endParaRPr sz="4700"/>
          </a:p>
        </p:txBody>
      </p:sp>
      <p:sp>
        <p:nvSpPr>
          <p:cNvPr id="2129" name="Google Shape;2129;p49"/>
          <p:cNvSpPr txBox="1"/>
          <p:nvPr>
            <p:ph idx="2" type="title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lang="en"/>
              <a:t>04.1</a:t>
            </a:r>
            <a:endParaRPr/>
          </a:p>
        </p:txBody>
      </p:sp>
      <p:sp>
        <p:nvSpPr>
          <p:cNvPr id="2130" name="Google Shape;2130;p49"/>
          <p:cNvSpPr txBox="1"/>
          <p:nvPr>
            <p:ph idx="1" type="subTitle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4" name="Shape 2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5" name="Google Shape;2135;p50"/>
          <p:cNvSpPr txBox="1"/>
          <p:nvPr>
            <p:ph type="title"/>
          </p:nvPr>
        </p:nvSpPr>
        <p:spPr>
          <a:xfrm>
            <a:off x="2750396" y="1073163"/>
            <a:ext cx="3483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Models Overfitting</a:t>
            </a:r>
            <a:endParaRPr/>
          </a:p>
        </p:txBody>
      </p:sp>
      <p:grpSp>
        <p:nvGrpSpPr>
          <p:cNvPr id="2136" name="Google Shape;2136;p50"/>
          <p:cNvGrpSpPr/>
          <p:nvPr/>
        </p:nvGrpSpPr>
        <p:grpSpPr>
          <a:xfrm>
            <a:off x="2911525" y="943620"/>
            <a:ext cx="3480300" cy="1145100"/>
            <a:chOff x="2771600" y="526920"/>
            <a:chExt cx="3480300" cy="1145100"/>
          </a:xfrm>
        </p:grpSpPr>
        <p:sp>
          <p:nvSpPr>
            <p:cNvPr id="2137" name="Google Shape;2137;p50"/>
            <p:cNvSpPr/>
            <p:nvPr/>
          </p:nvSpPr>
          <p:spPr>
            <a:xfrm>
              <a:off x="2771600" y="526920"/>
              <a:ext cx="3480300" cy="11451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8" name="Google Shape;2138;p50"/>
            <p:cNvSpPr/>
            <p:nvPr/>
          </p:nvSpPr>
          <p:spPr>
            <a:xfrm>
              <a:off x="2849650" y="606775"/>
              <a:ext cx="3324000" cy="9855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39" name="Google Shape;2139;p50"/>
          <p:cNvGrpSpPr/>
          <p:nvPr/>
        </p:nvGrpSpPr>
        <p:grpSpPr>
          <a:xfrm>
            <a:off x="2911525" y="2911945"/>
            <a:ext cx="3480300" cy="1145100"/>
            <a:chOff x="2771600" y="526920"/>
            <a:chExt cx="3480300" cy="1145100"/>
          </a:xfrm>
        </p:grpSpPr>
        <p:sp>
          <p:nvSpPr>
            <p:cNvPr id="2140" name="Google Shape;2140;p50"/>
            <p:cNvSpPr/>
            <p:nvPr/>
          </p:nvSpPr>
          <p:spPr>
            <a:xfrm>
              <a:off x="2771600" y="526920"/>
              <a:ext cx="3480300" cy="11451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1" name="Google Shape;2141;p50"/>
            <p:cNvSpPr/>
            <p:nvPr/>
          </p:nvSpPr>
          <p:spPr>
            <a:xfrm>
              <a:off x="2849650" y="606775"/>
              <a:ext cx="3324000" cy="9855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42" name="Google Shape;2142;p50"/>
          <p:cNvSpPr txBox="1"/>
          <p:nvPr>
            <p:ph idx="3" type="subTitle"/>
          </p:nvPr>
        </p:nvSpPr>
        <p:spPr>
          <a:xfrm>
            <a:off x="2909721" y="3411855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3" name="Google Shape;2143;p50"/>
          <p:cNvSpPr txBox="1"/>
          <p:nvPr>
            <p:ph idx="1" type="subTitle"/>
          </p:nvPr>
        </p:nvSpPr>
        <p:spPr>
          <a:xfrm>
            <a:off x="2750396" y="1594371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4" name="Google Shape;2144;p50"/>
          <p:cNvSpPr txBox="1"/>
          <p:nvPr>
            <p:ph idx="2" type="title"/>
          </p:nvPr>
        </p:nvSpPr>
        <p:spPr>
          <a:xfrm>
            <a:off x="2909721" y="3200995"/>
            <a:ext cx="3483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900"/>
              <a:t>FastApI Binding</a:t>
            </a:r>
            <a:endParaRPr sz="29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900"/>
              <a:t>And Connection Lose </a:t>
            </a:r>
            <a:endParaRPr sz="2900"/>
          </a:p>
        </p:txBody>
      </p:sp>
      <p:sp>
        <p:nvSpPr>
          <p:cNvPr id="2145" name="Google Shape;2145;p50"/>
          <p:cNvSpPr txBox="1"/>
          <p:nvPr>
            <p:ph idx="4" type="title"/>
          </p:nvPr>
        </p:nvSpPr>
        <p:spPr>
          <a:xfrm>
            <a:off x="2909721" y="1073181"/>
            <a:ext cx="3483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Model Overfitting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9" name="Shape 2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" name="Google Shape;2150;p51"/>
          <p:cNvSpPr txBox="1"/>
          <p:nvPr>
            <p:ph type="title"/>
          </p:nvPr>
        </p:nvSpPr>
        <p:spPr>
          <a:xfrm>
            <a:off x="2971800" y="2231116"/>
            <a:ext cx="3200400" cy="145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4700"/>
              <a:t>Advanced</a:t>
            </a:r>
            <a:endParaRPr sz="4700"/>
          </a:p>
        </p:txBody>
      </p:sp>
      <p:sp>
        <p:nvSpPr>
          <p:cNvPr id="2151" name="Google Shape;2151;p51"/>
          <p:cNvSpPr txBox="1"/>
          <p:nvPr>
            <p:ph idx="2" type="title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lang="en"/>
              <a:t>04.2</a:t>
            </a:r>
            <a:endParaRPr/>
          </a:p>
        </p:txBody>
      </p:sp>
      <p:sp>
        <p:nvSpPr>
          <p:cNvPr id="2152" name="Google Shape;2152;p51"/>
          <p:cNvSpPr txBox="1"/>
          <p:nvPr>
            <p:ph idx="1" type="subTitle"/>
          </p:nvPr>
        </p:nvSpPr>
        <p:spPr>
          <a:xfrm>
            <a:off x="2973225" y="2231076"/>
            <a:ext cx="3200400" cy="14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6" name="Shape 2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7" name="Google Shape;2157;p52"/>
          <p:cNvGrpSpPr/>
          <p:nvPr/>
        </p:nvGrpSpPr>
        <p:grpSpPr>
          <a:xfrm>
            <a:off x="2831850" y="526920"/>
            <a:ext cx="3480300" cy="1145100"/>
            <a:chOff x="2771600" y="526920"/>
            <a:chExt cx="3480300" cy="1145100"/>
          </a:xfrm>
        </p:grpSpPr>
        <p:sp>
          <p:nvSpPr>
            <p:cNvPr id="2158" name="Google Shape;2158;p52"/>
            <p:cNvSpPr/>
            <p:nvPr/>
          </p:nvSpPr>
          <p:spPr>
            <a:xfrm>
              <a:off x="2771600" y="526920"/>
              <a:ext cx="3480300" cy="11451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9" name="Google Shape;2159;p52"/>
            <p:cNvSpPr/>
            <p:nvPr/>
          </p:nvSpPr>
          <p:spPr>
            <a:xfrm>
              <a:off x="2849650" y="606775"/>
              <a:ext cx="3324000" cy="9855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60" name="Google Shape;2160;p52"/>
          <p:cNvGrpSpPr/>
          <p:nvPr/>
        </p:nvGrpSpPr>
        <p:grpSpPr>
          <a:xfrm>
            <a:off x="2831850" y="3471345"/>
            <a:ext cx="3480300" cy="1145100"/>
            <a:chOff x="2771600" y="526920"/>
            <a:chExt cx="3480300" cy="1145100"/>
          </a:xfrm>
        </p:grpSpPr>
        <p:sp>
          <p:nvSpPr>
            <p:cNvPr id="2161" name="Google Shape;2161;p52"/>
            <p:cNvSpPr/>
            <p:nvPr/>
          </p:nvSpPr>
          <p:spPr>
            <a:xfrm>
              <a:off x="2771600" y="526920"/>
              <a:ext cx="3480300" cy="11451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2" name="Google Shape;2162;p52"/>
            <p:cNvSpPr/>
            <p:nvPr/>
          </p:nvSpPr>
          <p:spPr>
            <a:xfrm>
              <a:off x="2849650" y="606775"/>
              <a:ext cx="3324000" cy="9855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63" name="Google Shape;2163;p52"/>
          <p:cNvGrpSpPr/>
          <p:nvPr/>
        </p:nvGrpSpPr>
        <p:grpSpPr>
          <a:xfrm>
            <a:off x="2831850" y="1999195"/>
            <a:ext cx="3480300" cy="1145100"/>
            <a:chOff x="2771600" y="526920"/>
            <a:chExt cx="3480300" cy="1145100"/>
          </a:xfrm>
        </p:grpSpPr>
        <p:sp>
          <p:nvSpPr>
            <p:cNvPr id="2164" name="Google Shape;2164;p52"/>
            <p:cNvSpPr/>
            <p:nvPr/>
          </p:nvSpPr>
          <p:spPr>
            <a:xfrm>
              <a:off x="2771600" y="526920"/>
              <a:ext cx="3480300" cy="11451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5" name="Google Shape;2165;p52"/>
            <p:cNvSpPr/>
            <p:nvPr/>
          </p:nvSpPr>
          <p:spPr>
            <a:xfrm>
              <a:off x="2849650" y="606775"/>
              <a:ext cx="3324000" cy="9855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66" name="Google Shape;2166;p52"/>
          <p:cNvSpPr txBox="1"/>
          <p:nvPr>
            <p:ph idx="3" type="subTitle"/>
          </p:nvPr>
        </p:nvSpPr>
        <p:spPr>
          <a:xfrm>
            <a:off x="2825496" y="2697480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is Jupiter’s rotation period</a:t>
            </a:r>
            <a:endParaRPr/>
          </a:p>
        </p:txBody>
      </p:sp>
      <p:sp>
        <p:nvSpPr>
          <p:cNvPr id="2167" name="Google Shape;2167;p52"/>
          <p:cNvSpPr txBox="1"/>
          <p:nvPr>
            <p:ph type="title"/>
          </p:nvPr>
        </p:nvSpPr>
        <p:spPr>
          <a:xfrm>
            <a:off x="2120650" y="815975"/>
            <a:ext cx="48936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300"/>
              <a:t>Inverse Translation</a:t>
            </a:r>
            <a:endParaRPr sz="3300"/>
          </a:p>
        </p:txBody>
      </p:sp>
      <p:sp>
        <p:nvSpPr>
          <p:cNvPr id="2168" name="Google Shape;2168;p52"/>
          <p:cNvSpPr txBox="1"/>
          <p:nvPr>
            <p:ph idx="1" type="subTitle"/>
          </p:nvPr>
        </p:nvSpPr>
        <p:spPr>
          <a:xfrm>
            <a:off x="2825496" y="1225296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earths is the sun’s mass</a:t>
            </a:r>
            <a:endParaRPr/>
          </a:p>
        </p:txBody>
      </p:sp>
      <p:sp>
        <p:nvSpPr>
          <p:cNvPr id="2169" name="Google Shape;2169;p52"/>
          <p:cNvSpPr txBox="1"/>
          <p:nvPr>
            <p:ph idx="2" type="title"/>
          </p:nvPr>
        </p:nvSpPr>
        <p:spPr>
          <a:xfrm>
            <a:off x="2825496" y="2177082"/>
            <a:ext cx="3483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STT</a:t>
            </a:r>
            <a:endParaRPr/>
          </a:p>
        </p:txBody>
      </p:sp>
      <p:sp>
        <p:nvSpPr>
          <p:cNvPr id="2170" name="Google Shape;2170;p52"/>
          <p:cNvSpPr txBox="1"/>
          <p:nvPr>
            <p:ph idx="4" type="title"/>
          </p:nvPr>
        </p:nvSpPr>
        <p:spPr>
          <a:xfrm>
            <a:off x="2825496" y="3648456"/>
            <a:ext cx="3483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OCR </a:t>
            </a:r>
            <a:endParaRPr/>
          </a:p>
        </p:txBody>
      </p:sp>
      <p:sp>
        <p:nvSpPr>
          <p:cNvPr id="2171" name="Google Shape;2171;p52"/>
          <p:cNvSpPr txBox="1"/>
          <p:nvPr>
            <p:ph idx="5" type="subTitle"/>
          </p:nvPr>
        </p:nvSpPr>
        <p:spPr>
          <a:xfrm>
            <a:off x="2834640" y="4169664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is the distance </a:t>
            </a:r>
            <a:r>
              <a:rPr lang="en"/>
              <a:t>to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the Moon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5" name="Shape 2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6" name="Google Shape;2176;p53"/>
          <p:cNvSpPr txBox="1"/>
          <p:nvPr>
            <p:ph type="title"/>
          </p:nvPr>
        </p:nvSpPr>
        <p:spPr>
          <a:xfrm>
            <a:off x="2101400" y="1959498"/>
            <a:ext cx="4937700" cy="1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7200"/>
              <a:t>Thanks!</a:t>
            </a:r>
            <a:endParaRPr sz="7200"/>
          </a:p>
        </p:txBody>
      </p:sp>
      <p:sp>
        <p:nvSpPr>
          <p:cNvPr id="2177" name="Google Shape;2177;p53"/>
          <p:cNvSpPr txBox="1"/>
          <p:nvPr>
            <p:ph idx="1" type="subTitle"/>
          </p:nvPr>
        </p:nvSpPr>
        <p:spPr>
          <a:xfrm>
            <a:off x="2673650" y="4233275"/>
            <a:ext cx="37932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Please keep this slide for attribution</a:t>
            </a:r>
            <a:endParaRPr b="0" i="0" sz="1100" u="none" cap="none" strike="noStrike">
              <a:solidFill>
                <a:srgbClr val="000000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pSp>
        <p:nvGrpSpPr>
          <p:cNvPr id="2178" name="Google Shape;2178;p53"/>
          <p:cNvGrpSpPr/>
          <p:nvPr/>
        </p:nvGrpSpPr>
        <p:grpSpPr>
          <a:xfrm>
            <a:off x="3733763" y="3221625"/>
            <a:ext cx="1681025" cy="338356"/>
            <a:chOff x="3733763" y="3183525"/>
            <a:chExt cx="1681025" cy="338356"/>
          </a:xfrm>
        </p:grpSpPr>
        <p:sp>
          <p:nvSpPr>
            <p:cNvPr id="2179" name="Google Shape;2179;p53"/>
            <p:cNvSpPr/>
            <p:nvPr/>
          </p:nvSpPr>
          <p:spPr>
            <a:xfrm>
              <a:off x="3733763" y="3183525"/>
              <a:ext cx="338345" cy="338295"/>
            </a:xfrm>
            <a:custGeom>
              <a:rect b="b" l="l" r="r" t="t"/>
              <a:pathLst>
                <a:path extrusionOk="0" h="19982" w="19982">
                  <a:moveTo>
                    <a:pt x="14602" y="3500"/>
                  </a:moveTo>
                  <a:cubicBezTo>
                    <a:pt x="15137" y="3500"/>
                    <a:pt x="15682" y="3563"/>
                    <a:pt x="16247" y="3689"/>
                  </a:cubicBezTo>
                  <a:cubicBezTo>
                    <a:pt x="16179" y="4154"/>
                    <a:pt x="16095" y="4705"/>
                    <a:pt x="16033" y="5120"/>
                  </a:cubicBezTo>
                  <a:cubicBezTo>
                    <a:pt x="15810" y="5075"/>
                    <a:pt x="15484" y="5035"/>
                    <a:pt x="15150" y="5035"/>
                  </a:cubicBezTo>
                  <a:cubicBezTo>
                    <a:pt x="14968" y="5035"/>
                    <a:pt x="14783" y="5047"/>
                    <a:pt x="14611" y="5076"/>
                  </a:cubicBezTo>
                  <a:cubicBezTo>
                    <a:pt x="13536" y="5258"/>
                    <a:pt x="12918" y="5925"/>
                    <a:pt x="12918" y="6907"/>
                  </a:cubicBezTo>
                  <a:lnTo>
                    <a:pt x="12918" y="8819"/>
                  </a:lnTo>
                  <a:cubicBezTo>
                    <a:pt x="12918" y="9143"/>
                    <a:pt x="13180" y="9405"/>
                    <a:pt x="13504" y="9405"/>
                  </a:cubicBezTo>
                  <a:lnTo>
                    <a:pt x="15681" y="9405"/>
                  </a:lnTo>
                  <a:lnTo>
                    <a:pt x="15388" y="10576"/>
                  </a:lnTo>
                  <a:lnTo>
                    <a:pt x="13504" y="10576"/>
                  </a:lnTo>
                  <a:cubicBezTo>
                    <a:pt x="13180" y="10576"/>
                    <a:pt x="12918" y="10838"/>
                    <a:pt x="12918" y="11161"/>
                  </a:cubicBezTo>
                  <a:lnTo>
                    <a:pt x="12918" y="18811"/>
                  </a:lnTo>
                  <a:lnTo>
                    <a:pt x="11162" y="18811"/>
                  </a:lnTo>
                  <a:lnTo>
                    <a:pt x="11162" y="11161"/>
                  </a:lnTo>
                  <a:cubicBezTo>
                    <a:pt x="11162" y="10838"/>
                    <a:pt x="10900" y="10576"/>
                    <a:pt x="10576" y="10576"/>
                  </a:cubicBezTo>
                  <a:lnTo>
                    <a:pt x="9407" y="10576"/>
                  </a:lnTo>
                  <a:lnTo>
                    <a:pt x="9407" y="9405"/>
                  </a:lnTo>
                  <a:lnTo>
                    <a:pt x="10576" y="9405"/>
                  </a:lnTo>
                  <a:cubicBezTo>
                    <a:pt x="10900" y="9405"/>
                    <a:pt x="11162" y="9143"/>
                    <a:pt x="11162" y="8821"/>
                  </a:cubicBezTo>
                  <a:cubicBezTo>
                    <a:pt x="11162" y="7215"/>
                    <a:pt x="11162" y="6481"/>
                    <a:pt x="11162" y="6143"/>
                  </a:cubicBezTo>
                  <a:cubicBezTo>
                    <a:pt x="11162" y="5520"/>
                    <a:pt x="11163" y="4843"/>
                    <a:pt x="11770" y="4324"/>
                  </a:cubicBezTo>
                  <a:cubicBezTo>
                    <a:pt x="12234" y="3928"/>
                    <a:pt x="12823" y="3687"/>
                    <a:pt x="13628" y="3571"/>
                  </a:cubicBezTo>
                  <a:cubicBezTo>
                    <a:pt x="13950" y="3524"/>
                    <a:pt x="14274" y="3500"/>
                    <a:pt x="14602" y="3500"/>
                  </a:cubicBezTo>
                  <a:close/>
                  <a:moveTo>
                    <a:pt x="17017" y="1170"/>
                  </a:moveTo>
                  <a:cubicBezTo>
                    <a:pt x="17990" y="1170"/>
                    <a:pt x="18811" y="1975"/>
                    <a:pt x="18811" y="2927"/>
                  </a:cubicBezTo>
                  <a:lnTo>
                    <a:pt x="18811" y="17056"/>
                  </a:lnTo>
                  <a:cubicBezTo>
                    <a:pt x="18811" y="18023"/>
                    <a:pt x="18024" y="18811"/>
                    <a:pt x="17056" y="18811"/>
                  </a:cubicBezTo>
                  <a:lnTo>
                    <a:pt x="14089" y="18811"/>
                  </a:lnTo>
                  <a:lnTo>
                    <a:pt x="14089" y="11747"/>
                  </a:lnTo>
                  <a:lnTo>
                    <a:pt x="15846" y="11747"/>
                  </a:lnTo>
                  <a:cubicBezTo>
                    <a:pt x="16115" y="11747"/>
                    <a:pt x="16348" y="11565"/>
                    <a:pt x="16414" y="11305"/>
                  </a:cubicBezTo>
                  <a:lnTo>
                    <a:pt x="16999" y="8963"/>
                  </a:lnTo>
                  <a:cubicBezTo>
                    <a:pt x="17042" y="8787"/>
                    <a:pt x="17003" y="8602"/>
                    <a:pt x="16893" y="8460"/>
                  </a:cubicBezTo>
                  <a:cubicBezTo>
                    <a:pt x="16782" y="8317"/>
                    <a:pt x="16612" y="8235"/>
                    <a:pt x="16431" y="8235"/>
                  </a:cubicBezTo>
                  <a:lnTo>
                    <a:pt x="14089" y="8235"/>
                  </a:lnTo>
                  <a:lnTo>
                    <a:pt x="14089" y="6909"/>
                  </a:lnTo>
                  <a:cubicBezTo>
                    <a:pt x="14089" y="6638"/>
                    <a:pt x="14144" y="6343"/>
                    <a:pt x="14808" y="6229"/>
                  </a:cubicBezTo>
                  <a:cubicBezTo>
                    <a:pt x="14936" y="6208"/>
                    <a:pt x="15061" y="6199"/>
                    <a:pt x="15182" y="6199"/>
                  </a:cubicBezTo>
                  <a:cubicBezTo>
                    <a:pt x="15552" y="6199"/>
                    <a:pt x="15890" y="6283"/>
                    <a:pt x="16198" y="6360"/>
                  </a:cubicBezTo>
                  <a:cubicBezTo>
                    <a:pt x="16304" y="6387"/>
                    <a:pt x="16415" y="6421"/>
                    <a:pt x="16532" y="6421"/>
                  </a:cubicBezTo>
                  <a:cubicBezTo>
                    <a:pt x="16632" y="6421"/>
                    <a:pt x="16736" y="6396"/>
                    <a:pt x="16847" y="6321"/>
                  </a:cubicBezTo>
                  <a:cubicBezTo>
                    <a:pt x="16983" y="6229"/>
                    <a:pt x="17074" y="6084"/>
                    <a:pt x="17098" y="5923"/>
                  </a:cubicBezTo>
                  <a:cubicBezTo>
                    <a:pt x="17098" y="5923"/>
                    <a:pt x="17362" y="4156"/>
                    <a:pt x="17482" y="3339"/>
                  </a:cubicBezTo>
                  <a:cubicBezTo>
                    <a:pt x="17525" y="3049"/>
                    <a:pt x="17346" y="2769"/>
                    <a:pt x="17063" y="2690"/>
                  </a:cubicBezTo>
                  <a:cubicBezTo>
                    <a:pt x="16267" y="2463"/>
                    <a:pt x="15346" y="2343"/>
                    <a:pt x="14504" y="2343"/>
                  </a:cubicBezTo>
                  <a:cubicBezTo>
                    <a:pt x="14137" y="2343"/>
                    <a:pt x="13786" y="2365"/>
                    <a:pt x="13467" y="2412"/>
                  </a:cubicBezTo>
                  <a:cubicBezTo>
                    <a:pt x="12434" y="2562"/>
                    <a:pt x="11646" y="2888"/>
                    <a:pt x="11009" y="3434"/>
                  </a:cubicBezTo>
                  <a:cubicBezTo>
                    <a:pt x="10121" y="4193"/>
                    <a:pt x="10010" y="5168"/>
                    <a:pt x="9999" y="5833"/>
                  </a:cubicBezTo>
                  <a:cubicBezTo>
                    <a:pt x="9999" y="5847"/>
                    <a:pt x="9999" y="7029"/>
                    <a:pt x="9999" y="8235"/>
                  </a:cubicBezTo>
                  <a:lnTo>
                    <a:pt x="8821" y="8235"/>
                  </a:lnTo>
                  <a:cubicBezTo>
                    <a:pt x="8497" y="8235"/>
                    <a:pt x="8236" y="8497"/>
                    <a:pt x="8236" y="8819"/>
                  </a:cubicBezTo>
                  <a:lnTo>
                    <a:pt x="8236" y="11161"/>
                  </a:lnTo>
                  <a:cubicBezTo>
                    <a:pt x="8236" y="11485"/>
                    <a:pt x="8497" y="11747"/>
                    <a:pt x="8821" y="11747"/>
                  </a:cubicBezTo>
                  <a:lnTo>
                    <a:pt x="9991" y="11747"/>
                  </a:lnTo>
                  <a:lnTo>
                    <a:pt x="9991" y="18811"/>
                  </a:lnTo>
                  <a:lnTo>
                    <a:pt x="2927" y="18811"/>
                  </a:lnTo>
                  <a:cubicBezTo>
                    <a:pt x="1959" y="18811"/>
                    <a:pt x="1172" y="18023"/>
                    <a:pt x="1172" y="17054"/>
                  </a:cubicBezTo>
                  <a:lnTo>
                    <a:pt x="1172" y="2927"/>
                  </a:lnTo>
                  <a:cubicBezTo>
                    <a:pt x="1172" y="1959"/>
                    <a:pt x="1959" y="1170"/>
                    <a:pt x="2927" y="1170"/>
                  </a:cubicBezTo>
                  <a:close/>
                  <a:moveTo>
                    <a:pt x="2927" y="1"/>
                  </a:moveTo>
                  <a:cubicBezTo>
                    <a:pt x="1314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4" y="19982"/>
                    <a:pt x="2927" y="19982"/>
                  </a:cubicBezTo>
                  <a:lnTo>
                    <a:pt x="17054" y="19982"/>
                  </a:lnTo>
                  <a:cubicBezTo>
                    <a:pt x="18669" y="19982"/>
                    <a:pt x="19982" y="18669"/>
                    <a:pt x="19982" y="17056"/>
                  </a:cubicBezTo>
                  <a:lnTo>
                    <a:pt x="19982" y="2927"/>
                  </a:lnTo>
                  <a:cubicBezTo>
                    <a:pt x="19982" y="2145"/>
                    <a:pt x="19669" y="1409"/>
                    <a:pt x="19101" y="853"/>
                  </a:cubicBezTo>
                  <a:cubicBezTo>
                    <a:pt x="18538" y="303"/>
                    <a:pt x="17797" y="1"/>
                    <a:pt x="170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80" name="Google Shape;2180;p53"/>
            <p:cNvGrpSpPr/>
            <p:nvPr/>
          </p:nvGrpSpPr>
          <p:grpSpPr>
            <a:xfrm>
              <a:off x="4166050" y="3183549"/>
              <a:ext cx="338366" cy="338332"/>
              <a:chOff x="812101" y="2571761"/>
              <a:chExt cx="417066" cy="417024"/>
            </a:xfrm>
          </p:grpSpPr>
          <p:sp>
            <p:nvSpPr>
              <p:cNvPr id="2181" name="Google Shape;2181;p53"/>
              <p:cNvSpPr/>
              <p:nvPr/>
            </p:nvSpPr>
            <p:spPr>
              <a:xfrm>
                <a:off x="935084" y="2694744"/>
                <a:ext cx="171071" cy="171071"/>
              </a:xfrm>
              <a:custGeom>
                <a:rect b="b" l="l" r="r" t="t"/>
                <a:pathLst>
                  <a:path extrusionOk="0" h="8197" w="8197">
                    <a:moveTo>
                      <a:pt x="4099" y="1171"/>
                    </a:moveTo>
                    <a:cubicBezTo>
                      <a:pt x="5712" y="1171"/>
                      <a:pt x="7027" y="2484"/>
                      <a:pt x="7027" y="4097"/>
                    </a:cubicBezTo>
                    <a:cubicBezTo>
                      <a:pt x="7027" y="5712"/>
                      <a:pt x="5712" y="7025"/>
                      <a:pt x="4099" y="7025"/>
                    </a:cubicBezTo>
                    <a:cubicBezTo>
                      <a:pt x="2486" y="7025"/>
                      <a:pt x="1171" y="5712"/>
                      <a:pt x="1171" y="4097"/>
                    </a:cubicBezTo>
                    <a:cubicBezTo>
                      <a:pt x="1171" y="2484"/>
                      <a:pt x="2486" y="1171"/>
                      <a:pt x="4099" y="1171"/>
                    </a:cubicBezTo>
                    <a:close/>
                    <a:moveTo>
                      <a:pt x="4099" y="0"/>
                    </a:moveTo>
                    <a:cubicBezTo>
                      <a:pt x="1840" y="0"/>
                      <a:pt x="0" y="1838"/>
                      <a:pt x="0" y="4097"/>
                    </a:cubicBezTo>
                    <a:cubicBezTo>
                      <a:pt x="0" y="6358"/>
                      <a:pt x="1840" y="8196"/>
                      <a:pt x="4099" y="8196"/>
                    </a:cubicBezTo>
                    <a:cubicBezTo>
                      <a:pt x="6358" y="8196"/>
                      <a:pt x="8196" y="6358"/>
                      <a:pt x="8196" y="4097"/>
                    </a:cubicBezTo>
                    <a:cubicBezTo>
                      <a:pt x="8196" y="1838"/>
                      <a:pt x="6358" y="0"/>
                      <a:pt x="409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2" name="Google Shape;2182;p53"/>
              <p:cNvSpPr/>
              <p:nvPr/>
            </p:nvSpPr>
            <p:spPr>
              <a:xfrm>
                <a:off x="860977" y="2620616"/>
                <a:ext cx="319311" cy="319290"/>
              </a:xfrm>
              <a:custGeom>
                <a:rect b="b" l="l" r="r" t="t"/>
                <a:pathLst>
                  <a:path extrusionOk="0" h="15299" w="15300">
                    <a:moveTo>
                      <a:pt x="12333" y="1171"/>
                    </a:moveTo>
                    <a:cubicBezTo>
                      <a:pt x="13306" y="1171"/>
                      <a:pt x="14128" y="1994"/>
                      <a:pt x="14128" y="2967"/>
                    </a:cubicBezTo>
                    <a:lnTo>
                      <a:pt x="14128" y="12334"/>
                    </a:lnTo>
                    <a:cubicBezTo>
                      <a:pt x="14128" y="13307"/>
                      <a:pt x="13306" y="14129"/>
                      <a:pt x="12333" y="14129"/>
                    </a:cubicBezTo>
                    <a:lnTo>
                      <a:pt x="2968" y="14129"/>
                    </a:lnTo>
                    <a:cubicBezTo>
                      <a:pt x="1993" y="14129"/>
                      <a:pt x="1172" y="13307"/>
                      <a:pt x="1172" y="12334"/>
                    </a:cubicBezTo>
                    <a:lnTo>
                      <a:pt x="1172" y="2967"/>
                    </a:lnTo>
                    <a:cubicBezTo>
                      <a:pt x="1172" y="1994"/>
                      <a:pt x="1993" y="1171"/>
                      <a:pt x="2968" y="1171"/>
                    </a:cubicBezTo>
                    <a:close/>
                    <a:moveTo>
                      <a:pt x="2968" y="0"/>
                    </a:moveTo>
                    <a:cubicBezTo>
                      <a:pt x="1351" y="0"/>
                      <a:pt x="1" y="1346"/>
                      <a:pt x="1" y="2967"/>
                    </a:cubicBezTo>
                    <a:lnTo>
                      <a:pt x="1" y="12334"/>
                    </a:lnTo>
                    <a:cubicBezTo>
                      <a:pt x="1" y="13952"/>
                      <a:pt x="1349" y="15299"/>
                      <a:pt x="2968" y="15299"/>
                    </a:cubicBezTo>
                    <a:lnTo>
                      <a:pt x="12333" y="15299"/>
                    </a:lnTo>
                    <a:cubicBezTo>
                      <a:pt x="13953" y="15299"/>
                      <a:pt x="15299" y="13951"/>
                      <a:pt x="15299" y="12334"/>
                    </a:cubicBezTo>
                    <a:lnTo>
                      <a:pt x="15299" y="2967"/>
                    </a:lnTo>
                    <a:cubicBezTo>
                      <a:pt x="15299" y="1345"/>
                      <a:pt x="13948" y="0"/>
                      <a:pt x="12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3" name="Google Shape;2183;p53"/>
              <p:cNvSpPr/>
              <p:nvPr/>
            </p:nvSpPr>
            <p:spPr>
              <a:xfrm>
                <a:off x="812101" y="2571761"/>
                <a:ext cx="417066" cy="417024"/>
              </a:xfrm>
              <a:custGeom>
                <a:rect b="b" l="l" r="r" t="t"/>
                <a:pathLst>
                  <a:path extrusionOk="0" h="19982" w="19984">
                    <a:moveTo>
                      <a:pt x="17056" y="1172"/>
                    </a:moveTo>
                    <a:cubicBezTo>
                      <a:pt x="18025" y="1172"/>
                      <a:pt x="18812" y="1959"/>
                      <a:pt x="18812" y="2927"/>
                    </a:cubicBezTo>
                    <a:lnTo>
                      <a:pt x="18812" y="17056"/>
                    </a:lnTo>
                    <a:cubicBezTo>
                      <a:pt x="18812" y="18023"/>
                      <a:pt x="18025" y="18811"/>
                      <a:pt x="17056" y="18811"/>
                    </a:cubicBezTo>
                    <a:lnTo>
                      <a:pt x="2928" y="18811"/>
                    </a:lnTo>
                    <a:cubicBezTo>
                      <a:pt x="1961" y="18811"/>
                      <a:pt x="1172" y="18023"/>
                      <a:pt x="1172" y="17056"/>
                    </a:cubicBezTo>
                    <a:lnTo>
                      <a:pt x="1172" y="2927"/>
                    </a:lnTo>
                    <a:cubicBezTo>
                      <a:pt x="1172" y="1959"/>
                      <a:pt x="1961" y="1172"/>
                      <a:pt x="2928" y="1172"/>
                    </a:cubicBezTo>
                    <a:close/>
                    <a:moveTo>
                      <a:pt x="2928" y="1"/>
                    </a:moveTo>
                    <a:cubicBezTo>
                      <a:pt x="1313" y="1"/>
                      <a:pt x="1" y="1313"/>
                      <a:pt x="1" y="2927"/>
                    </a:cubicBezTo>
                    <a:lnTo>
                      <a:pt x="1" y="17056"/>
                    </a:lnTo>
                    <a:cubicBezTo>
                      <a:pt x="1" y="18669"/>
                      <a:pt x="1313" y="19982"/>
                      <a:pt x="2928" y="19982"/>
                    </a:cubicBezTo>
                    <a:lnTo>
                      <a:pt x="17056" y="19982"/>
                    </a:lnTo>
                    <a:cubicBezTo>
                      <a:pt x="18669" y="19982"/>
                      <a:pt x="19984" y="18669"/>
                      <a:pt x="19984" y="17056"/>
                    </a:cubicBezTo>
                    <a:lnTo>
                      <a:pt x="19984" y="2927"/>
                    </a:lnTo>
                    <a:cubicBezTo>
                      <a:pt x="19984" y="1313"/>
                      <a:pt x="18669" y="1"/>
                      <a:pt x="170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4" name="Google Shape;2184;p53"/>
              <p:cNvSpPr/>
              <p:nvPr/>
            </p:nvSpPr>
            <p:spPr>
              <a:xfrm>
                <a:off x="1081712" y="2670306"/>
                <a:ext cx="48878" cy="48898"/>
              </a:xfrm>
              <a:custGeom>
                <a:rect b="b" l="l" r="r" t="t"/>
                <a:pathLst>
                  <a:path extrusionOk="0" h="2343" w="2342">
                    <a:moveTo>
                      <a:pt x="1170" y="0"/>
                    </a:moveTo>
                    <a:cubicBezTo>
                      <a:pt x="524" y="0"/>
                      <a:pt x="1" y="526"/>
                      <a:pt x="1" y="1171"/>
                    </a:cubicBezTo>
                    <a:cubicBezTo>
                      <a:pt x="1" y="1817"/>
                      <a:pt x="524" y="2342"/>
                      <a:pt x="1170" y="2342"/>
                    </a:cubicBezTo>
                    <a:cubicBezTo>
                      <a:pt x="1816" y="2342"/>
                      <a:pt x="2341" y="1817"/>
                      <a:pt x="2341" y="1171"/>
                    </a:cubicBezTo>
                    <a:cubicBezTo>
                      <a:pt x="2341" y="526"/>
                      <a:pt x="1816" y="0"/>
                      <a:pt x="11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85" name="Google Shape;2185;p53"/>
            <p:cNvGrpSpPr/>
            <p:nvPr/>
          </p:nvGrpSpPr>
          <p:grpSpPr>
            <a:xfrm>
              <a:off x="4598396" y="3183549"/>
              <a:ext cx="338332" cy="338332"/>
              <a:chOff x="1323129" y="2571761"/>
              <a:chExt cx="417024" cy="417024"/>
            </a:xfrm>
          </p:grpSpPr>
          <p:sp>
            <p:nvSpPr>
              <p:cNvPr id="2186" name="Google Shape;2186;p53"/>
              <p:cNvSpPr/>
              <p:nvPr/>
            </p:nvSpPr>
            <p:spPr>
              <a:xfrm>
                <a:off x="1385007" y="2719183"/>
                <a:ext cx="73337" cy="219907"/>
              </a:xfrm>
              <a:custGeom>
                <a:rect b="b" l="l" r="r" t="t"/>
                <a:pathLst>
                  <a:path extrusionOk="0" h="10537" w="3514">
                    <a:moveTo>
                      <a:pt x="2342" y="1171"/>
                    </a:moveTo>
                    <a:lnTo>
                      <a:pt x="2342" y="9367"/>
                    </a:lnTo>
                    <a:lnTo>
                      <a:pt x="1171" y="9367"/>
                    </a:lnTo>
                    <a:lnTo>
                      <a:pt x="1171" y="1171"/>
                    </a:lnTo>
                    <a:close/>
                    <a:moveTo>
                      <a:pt x="586" y="0"/>
                    </a:moveTo>
                    <a:cubicBezTo>
                      <a:pt x="264" y="0"/>
                      <a:pt x="0" y="262"/>
                      <a:pt x="0" y="586"/>
                    </a:cubicBezTo>
                    <a:lnTo>
                      <a:pt x="0" y="9951"/>
                    </a:lnTo>
                    <a:cubicBezTo>
                      <a:pt x="0" y="10275"/>
                      <a:pt x="264" y="10537"/>
                      <a:pt x="586" y="10537"/>
                    </a:cubicBezTo>
                    <a:lnTo>
                      <a:pt x="2928" y="10537"/>
                    </a:lnTo>
                    <a:cubicBezTo>
                      <a:pt x="3252" y="10537"/>
                      <a:pt x="3514" y="10275"/>
                      <a:pt x="3514" y="9951"/>
                    </a:cubicBezTo>
                    <a:lnTo>
                      <a:pt x="3514" y="586"/>
                    </a:lnTo>
                    <a:cubicBezTo>
                      <a:pt x="3514" y="262"/>
                      <a:pt x="3252" y="0"/>
                      <a:pt x="292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7" name="Google Shape;2187;p53"/>
              <p:cNvSpPr/>
              <p:nvPr/>
            </p:nvSpPr>
            <p:spPr>
              <a:xfrm>
                <a:off x="1385007" y="2621430"/>
                <a:ext cx="73337" cy="73337"/>
              </a:xfrm>
              <a:custGeom>
                <a:rect b="b" l="l" r="r" t="t"/>
                <a:pathLst>
                  <a:path extrusionOk="0" h="3514" w="3514">
                    <a:moveTo>
                      <a:pt x="1757" y="1171"/>
                    </a:moveTo>
                    <a:cubicBezTo>
                      <a:pt x="2081" y="1171"/>
                      <a:pt x="2342" y="1435"/>
                      <a:pt x="2342" y="1757"/>
                    </a:cubicBezTo>
                    <a:cubicBezTo>
                      <a:pt x="2342" y="2080"/>
                      <a:pt x="2081" y="2342"/>
                      <a:pt x="1757" y="2342"/>
                    </a:cubicBezTo>
                    <a:cubicBezTo>
                      <a:pt x="1435" y="2342"/>
                      <a:pt x="1171" y="2080"/>
                      <a:pt x="1171" y="1757"/>
                    </a:cubicBezTo>
                    <a:cubicBezTo>
                      <a:pt x="1171" y="1435"/>
                      <a:pt x="1435" y="1171"/>
                      <a:pt x="1757" y="1171"/>
                    </a:cubicBezTo>
                    <a:close/>
                    <a:moveTo>
                      <a:pt x="1757" y="0"/>
                    </a:moveTo>
                    <a:cubicBezTo>
                      <a:pt x="789" y="0"/>
                      <a:pt x="0" y="789"/>
                      <a:pt x="0" y="1757"/>
                    </a:cubicBezTo>
                    <a:cubicBezTo>
                      <a:pt x="0" y="2726"/>
                      <a:pt x="789" y="3513"/>
                      <a:pt x="1757" y="3513"/>
                    </a:cubicBezTo>
                    <a:cubicBezTo>
                      <a:pt x="2726" y="3513"/>
                      <a:pt x="3514" y="2726"/>
                      <a:pt x="3514" y="1757"/>
                    </a:cubicBezTo>
                    <a:cubicBezTo>
                      <a:pt x="3514" y="789"/>
                      <a:pt x="2726" y="0"/>
                      <a:pt x="175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8" name="Google Shape;2188;p53"/>
              <p:cNvSpPr/>
              <p:nvPr/>
            </p:nvSpPr>
            <p:spPr>
              <a:xfrm>
                <a:off x="1482759" y="2718786"/>
                <a:ext cx="195510" cy="220304"/>
              </a:xfrm>
              <a:custGeom>
                <a:rect b="b" l="l" r="r" t="t"/>
                <a:pathLst>
                  <a:path extrusionOk="0" h="10556" w="9368">
                    <a:moveTo>
                      <a:pt x="5559" y="1173"/>
                    </a:moveTo>
                    <a:cubicBezTo>
                      <a:pt x="5720" y="1173"/>
                      <a:pt x="5883" y="1186"/>
                      <a:pt x="6044" y="1212"/>
                    </a:cubicBezTo>
                    <a:cubicBezTo>
                      <a:pt x="7422" y="1435"/>
                      <a:pt x="8196" y="2535"/>
                      <a:pt x="8196" y="3669"/>
                    </a:cubicBezTo>
                    <a:lnTo>
                      <a:pt x="8196" y="9386"/>
                    </a:lnTo>
                    <a:lnTo>
                      <a:pt x="7025" y="9386"/>
                    </a:lnTo>
                    <a:lnTo>
                      <a:pt x="7025" y="4702"/>
                    </a:lnTo>
                    <a:cubicBezTo>
                      <a:pt x="7025" y="3411"/>
                      <a:pt x="5975" y="2360"/>
                      <a:pt x="4683" y="2360"/>
                    </a:cubicBezTo>
                    <a:cubicBezTo>
                      <a:pt x="3392" y="2360"/>
                      <a:pt x="2341" y="3411"/>
                      <a:pt x="2341" y="4702"/>
                    </a:cubicBezTo>
                    <a:lnTo>
                      <a:pt x="2341" y="9386"/>
                    </a:lnTo>
                    <a:lnTo>
                      <a:pt x="1170" y="9386"/>
                    </a:lnTo>
                    <a:lnTo>
                      <a:pt x="1170" y="1190"/>
                    </a:lnTo>
                    <a:lnTo>
                      <a:pt x="2341" y="1190"/>
                    </a:lnTo>
                    <a:lnTo>
                      <a:pt x="2341" y="1776"/>
                    </a:lnTo>
                    <a:cubicBezTo>
                      <a:pt x="2341" y="2011"/>
                      <a:pt x="2484" y="2225"/>
                      <a:pt x="2704" y="2316"/>
                    </a:cubicBezTo>
                    <a:cubicBezTo>
                      <a:pt x="2776" y="2346"/>
                      <a:pt x="2852" y="2361"/>
                      <a:pt x="2928" y="2361"/>
                    </a:cubicBezTo>
                    <a:cubicBezTo>
                      <a:pt x="3080" y="2361"/>
                      <a:pt x="3229" y="2301"/>
                      <a:pt x="3341" y="2190"/>
                    </a:cubicBezTo>
                    <a:lnTo>
                      <a:pt x="3615" y="1916"/>
                    </a:lnTo>
                    <a:cubicBezTo>
                      <a:pt x="4086" y="1443"/>
                      <a:pt x="4813" y="1173"/>
                      <a:pt x="5559" y="1173"/>
                    </a:cubicBezTo>
                    <a:close/>
                    <a:moveTo>
                      <a:pt x="5553" y="0"/>
                    </a:moveTo>
                    <a:cubicBezTo>
                      <a:pt x="4823" y="0"/>
                      <a:pt x="4110" y="189"/>
                      <a:pt x="3509" y="536"/>
                    </a:cubicBezTo>
                    <a:cubicBezTo>
                      <a:pt x="3475" y="246"/>
                      <a:pt x="3227" y="19"/>
                      <a:pt x="2927" y="19"/>
                    </a:cubicBezTo>
                    <a:lnTo>
                      <a:pt x="586" y="19"/>
                    </a:lnTo>
                    <a:cubicBezTo>
                      <a:pt x="262" y="19"/>
                      <a:pt x="1" y="281"/>
                      <a:pt x="1" y="605"/>
                    </a:cubicBezTo>
                    <a:lnTo>
                      <a:pt x="1" y="9970"/>
                    </a:lnTo>
                    <a:cubicBezTo>
                      <a:pt x="1" y="10294"/>
                      <a:pt x="262" y="10556"/>
                      <a:pt x="586" y="10556"/>
                    </a:cubicBezTo>
                    <a:lnTo>
                      <a:pt x="2927" y="10556"/>
                    </a:lnTo>
                    <a:cubicBezTo>
                      <a:pt x="3250" y="10556"/>
                      <a:pt x="3512" y="10294"/>
                      <a:pt x="3512" y="9970"/>
                    </a:cubicBezTo>
                    <a:lnTo>
                      <a:pt x="3512" y="4702"/>
                    </a:lnTo>
                    <a:cubicBezTo>
                      <a:pt x="3512" y="4056"/>
                      <a:pt x="4038" y="3531"/>
                      <a:pt x="4683" y="3531"/>
                    </a:cubicBezTo>
                    <a:cubicBezTo>
                      <a:pt x="5329" y="3531"/>
                      <a:pt x="5854" y="4056"/>
                      <a:pt x="5854" y="4702"/>
                    </a:cubicBezTo>
                    <a:lnTo>
                      <a:pt x="5854" y="9970"/>
                    </a:lnTo>
                    <a:cubicBezTo>
                      <a:pt x="5854" y="10294"/>
                      <a:pt x="6116" y="10556"/>
                      <a:pt x="6440" y="10556"/>
                    </a:cubicBezTo>
                    <a:lnTo>
                      <a:pt x="8782" y="10556"/>
                    </a:lnTo>
                    <a:cubicBezTo>
                      <a:pt x="9104" y="10556"/>
                      <a:pt x="9368" y="10294"/>
                      <a:pt x="9368" y="9970"/>
                    </a:cubicBezTo>
                    <a:lnTo>
                      <a:pt x="9368" y="3669"/>
                    </a:lnTo>
                    <a:cubicBezTo>
                      <a:pt x="9368" y="1921"/>
                      <a:pt x="8131" y="364"/>
                      <a:pt x="6231" y="55"/>
                    </a:cubicBezTo>
                    <a:cubicBezTo>
                      <a:pt x="6005" y="18"/>
                      <a:pt x="5779" y="0"/>
                      <a:pt x="55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9" name="Google Shape;2189;p53"/>
              <p:cNvSpPr/>
              <p:nvPr/>
            </p:nvSpPr>
            <p:spPr>
              <a:xfrm>
                <a:off x="1323129" y="2571761"/>
                <a:ext cx="417024" cy="417024"/>
              </a:xfrm>
              <a:custGeom>
                <a:rect b="b" l="l" r="r" t="t"/>
                <a:pathLst>
                  <a:path extrusionOk="0" h="19982" w="19982">
                    <a:moveTo>
                      <a:pt x="17015" y="1170"/>
                    </a:moveTo>
                    <a:cubicBezTo>
                      <a:pt x="17989" y="1170"/>
                      <a:pt x="18810" y="1993"/>
                      <a:pt x="18810" y="2966"/>
                    </a:cubicBezTo>
                    <a:lnTo>
                      <a:pt x="18810" y="17015"/>
                    </a:lnTo>
                    <a:cubicBezTo>
                      <a:pt x="18810" y="17990"/>
                      <a:pt x="17989" y="18811"/>
                      <a:pt x="17015" y="18811"/>
                    </a:cubicBezTo>
                    <a:lnTo>
                      <a:pt x="2965" y="18811"/>
                    </a:lnTo>
                    <a:cubicBezTo>
                      <a:pt x="1992" y="18811"/>
                      <a:pt x="1170" y="17990"/>
                      <a:pt x="1170" y="17015"/>
                    </a:cubicBezTo>
                    <a:lnTo>
                      <a:pt x="1170" y="2966"/>
                    </a:lnTo>
                    <a:cubicBezTo>
                      <a:pt x="1170" y="1993"/>
                      <a:pt x="1992" y="1170"/>
                      <a:pt x="2965" y="1170"/>
                    </a:cubicBezTo>
                    <a:close/>
                    <a:moveTo>
                      <a:pt x="2965" y="1"/>
                    </a:moveTo>
                    <a:cubicBezTo>
                      <a:pt x="1347" y="1"/>
                      <a:pt x="0" y="1349"/>
                      <a:pt x="0" y="2966"/>
                    </a:cubicBezTo>
                    <a:lnTo>
                      <a:pt x="0" y="17015"/>
                    </a:lnTo>
                    <a:cubicBezTo>
                      <a:pt x="0" y="18635"/>
                      <a:pt x="1348" y="19982"/>
                      <a:pt x="2965" y="19982"/>
                    </a:cubicBezTo>
                    <a:lnTo>
                      <a:pt x="17017" y="19982"/>
                    </a:lnTo>
                    <a:cubicBezTo>
                      <a:pt x="18635" y="19982"/>
                      <a:pt x="19981" y="18634"/>
                      <a:pt x="19981" y="17015"/>
                    </a:cubicBezTo>
                    <a:lnTo>
                      <a:pt x="19981" y="2966"/>
                    </a:lnTo>
                    <a:cubicBezTo>
                      <a:pt x="19981" y="1347"/>
                      <a:pt x="18633" y="1"/>
                      <a:pt x="170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90" name="Google Shape;2190;p53"/>
            <p:cNvSpPr/>
            <p:nvPr/>
          </p:nvSpPr>
          <p:spPr>
            <a:xfrm>
              <a:off x="5074766" y="3214044"/>
              <a:ext cx="340022" cy="277263"/>
            </a:xfrm>
            <a:custGeom>
              <a:rect b="b" l="l" r="r" t="t"/>
              <a:pathLst>
                <a:path extrusionOk="0" h="16377" w="20081">
                  <a:moveTo>
                    <a:pt x="13632" y="1165"/>
                  </a:moveTo>
                  <a:cubicBezTo>
                    <a:pt x="14903" y="1165"/>
                    <a:pt x="15458" y="1658"/>
                    <a:pt x="15826" y="1984"/>
                  </a:cubicBezTo>
                  <a:cubicBezTo>
                    <a:pt x="16040" y="2173"/>
                    <a:pt x="16244" y="2353"/>
                    <a:pt x="16548" y="2353"/>
                  </a:cubicBezTo>
                  <a:cubicBezTo>
                    <a:pt x="16762" y="2353"/>
                    <a:pt x="17038" y="2293"/>
                    <a:pt x="17344" y="2196"/>
                  </a:cubicBezTo>
                  <a:lnTo>
                    <a:pt x="17344" y="2196"/>
                  </a:lnTo>
                  <a:cubicBezTo>
                    <a:pt x="17236" y="2288"/>
                    <a:pt x="17119" y="2376"/>
                    <a:pt x="16995" y="2461"/>
                  </a:cubicBezTo>
                  <a:cubicBezTo>
                    <a:pt x="16780" y="2612"/>
                    <a:pt x="16689" y="2889"/>
                    <a:pt x="16778" y="3137"/>
                  </a:cubicBezTo>
                  <a:cubicBezTo>
                    <a:pt x="16861" y="3373"/>
                    <a:pt x="17082" y="3528"/>
                    <a:pt x="17329" y="3528"/>
                  </a:cubicBezTo>
                  <a:cubicBezTo>
                    <a:pt x="17343" y="3528"/>
                    <a:pt x="17358" y="3527"/>
                    <a:pt x="17372" y="3526"/>
                  </a:cubicBezTo>
                  <a:cubicBezTo>
                    <a:pt x="17475" y="3519"/>
                    <a:pt x="17576" y="3508"/>
                    <a:pt x="17680" y="3494"/>
                  </a:cubicBezTo>
                  <a:lnTo>
                    <a:pt x="17680" y="3494"/>
                  </a:lnTo>
                  <a:cubicBezTo>
                    <a:pt x="17275" y="3802"/>
                    <a:pt x="16921" y="3990"/>
                    <a:pt x="16937" y="4786"/>
                  </a:cubicBezTo>
                  <a:cubicBezTo>
                    <a:pt x="16937" y="4826"/>
                    <a:pt x="16939" y="4881"/>
                    <a:pt x="16939" y="4971"/>
                  </a:cubicBezTo>
                  <a:cubicBezTo>
                    <a:pt x="16939" y="6510"/>
                    <a:pt x="16350" y="9097"/>
                    <a:pt x="14694" y="11320"/>
                  </a:cubicBezTo>
                  <a:cubicBezTo>
                    <a:pt x="13372" y="13093"/>
                    <a:pt x="10896" y="15207"/>
                    <a:pt x="6611" y="15207"/>
                  </a:cubicBezTo>
                  <a:cubicBezTo>
                    <a:pt x="5368" y="15207"/>
                    <a:pt x="4159" y="14996"/>
                    <a:pt x="3001" y="14582"/>
                  </a:cubicBezTo>
                  <a:cubicBezTo>
                    <a:pt x="4359" y="14345"/>
                    <a:pt x="5612" y="13799"/>
                    <a:pt x="6698" y="12960"/>
                  </a:cubicBezTo>
                  <a:cubicBezTo>
                    <a:pt x="6893" y="12812"/>
                    <a:pt x="6972" y="12557"/>
                    <a:pt x="6900" y="12323"/>
                  </a:cubicBezTo>
                  <a:cubicBezTo>
                    <a:pt x="6827" y="12090"/>
                    <a:pt x="6617" y="11925"/>
                    <a:pt x="6372" y="11913"/>
                  </a:cubicBezTo>
                  <a:cubicBezTo>
                    <a:pt x="5203" y="11849"/>
                    <a:pt x="4280" y="11209"/>
                    <a:pt x="3767" y="10448"/>
                  </a:cubicBezTo>
                  <a:cubicBezTo>
                    <a:pt x="3968" y="10434"/>
                    <a:pt x="4207" y="10404"/>
                    <a:pt x="4564" y="10340"/>
                  </a:cubicBezTo>
                  <a:cubicBezTo>
                    <a:pt x="4832" y="10294"/>
                    <a:pt x="5030" y="10071"/>
                    <a:pt x="5047" y="9801"/>
                  </a:cubicBezTo>
                  <a:cubicBezTo>
                    <a:pt x="5065" y="9532"/>
                    <a:pt x="4895" y="9286"/>
                    <a:pt x="4637" y="9205"/>
                  </a:cubicBezTo>
                  <a:cubicBezTo>
                    <a:pt x="3296" y="8787"/>
                    <a:pt x="2498" y="8025"/>
                    <a:pt x="2180" y="6838"/>
                  </a:cubicBezTo>
                  <a:lnTo>
                    <a:pt x="2180" y="6838"/>
                  </a:lnTo>
                  <a:cubicBezTo>
                    <a:pt x="2390" y="6891"/>
                    <a:pt x="2642" y="6933"/>
                    <a:pt x="3057" y="6986"/>
                  </a:cubicBezTo>
                  <a:cubicBezTo>
                    <a:pt x="3081" y="6989"/>
                    <a:pt x="3105" y="6991"/>
                    <a:pt x="3129" y="6991"/>
                  </a:cubicBezTo>
                  <a:cubicBezTo>
                    <a:pt x="3359" y="6991"/>
                    <a:pt x="3571" y="6854"/>
                    <a:pt x="3666" y="6640"/>
                  </a:cubicBezTo>
                  <a:cubicBezTo>
                    <a:pt x="3770" y="6403"/>
                    <a:pt x="3707" y="6125"/>
                    <a:pt x="3508" y="5957"/>
                  </a:cubicBezTo>
                  <a:cubicBezTo>
                    <a:pt x="2014" y="4697"/>
                    <a:pt x="1936" y="3409"/>
                    <a:pt x="2210" y="2373"/>
                  </a:cubicBezTo>
                  <a:lnTo>
                    <a:pt x="2210" y="2373"/>
                  </a:lnTo>
                  <a:cubicBezTo>
                    <a:pt x="4267" y="4464"/>
                    <a:pt x="6801" y="5670"/>
                    <a:pt x="9880" y="5882"/>
                  </a:cubicBezTo>
                  <a:cubicBezTo>
                    <a:pt x="9894" y="5883"/>
                    <a:pt x="9908" y="5884"/>
                    <a:pt x="9921" y="5884"/>
                  </a:cubicBezTo>
                  <a:cubicBezTo>
                    <a:pt x="10265" y="5884"/>
                    <a:pt x="10539" y="5586"/>
                    <a:pt x="10503" y="5239"/>
                  </a:cubicBezTo>
                  <a:cubicBezTo>
                    <a:pt x="10372" y="3940"/>
                    <a:pt x="10634" y="2919"/>
                    <a:pt x="11281" y="2203"/>
                  </a:cubicBezTo>
                  <a:cubicBezTo>
                    <a:pt x="11975" y="1437"/>
                    <a:pt x="12981" y="1165"/>
                    <a:pt x="13632" y="1165"/>
                  </a:cubicBezTo>
                  <a:close/>
                  <a:moveTo>
                    <a:pt x="13631" y="1"/>
                  </a:moveTo>
                  <a:cubicBezTo>
                    <a:pt x="12698" y="1"/>
                    <a:pt x="11363" y="368"/>
                    <a:pt x="10413" y="1418"/>
                  </a:cubicBezTo>
                  <a:cubicBezTo>
                    <a:pt x="9665" y="2245"/>
                    <a:pt x="9291" y="3332"/>
                    <a:pt x="9300" y="4649"/>
                  </a:cubicBezTo>
                  <a:cubicBezTo>
                    <a:pt x="6556" y="4315"/>
                    <a:pt x="4306" y="3079"/>
                    <a:pt x="2438" y="887"/>
                  </a:cubicBezTo>
                  <a:cubicBezTo>
                    <a:pt x="2327" y="756"/>
                    <a:pt x="2163" y="681"/>
                    <a:pt x="1993" y="681"/>
                  </a:cubicBezTo>
                  <a:cubicBezTo>
                    <a:pt x="1966" y="681"/>
                    <a:pt x="1938" y="683"/>
                    <a:pt x="1911" y="687"/>
                  </a:cubicBezTo>
                  <a:cubicBezTo>
                    <a:pt x="1713" y="715"/>
                    <a:pt x="1541" y="843"/>
                    <a:pt x="1460" y="1025"/>
                  </a:cubicBezTo>
                  <a:cubicBezTo>
                    <a:pt x="1207" y="1582"/>
                    <a:pt x="876" y="2444"/>
                    <a:pt x="922" y="3466"/>
                  </a:cubicBezTo>
                  <a:cubicBezTo>
                    <a:pt x="952" y="4138"/>
                    <a:pt x="1138" y="4773"/>
                    <a:pt x="1479" y="5368"/>
                  </a:cubicBezTo>
                  <a:cubicBezTo>
                    <a:pt x="1469" y="5367"/>
                    <a:pt x="1459" y="5367"/>
                    <a:pt x="1449" y="5367"/>
                  </a:cubicBezTo>
                  <a:cubicBezTo>
                    <a:pt x="1114" y="5367"/>
                    <a:pt x="843" y="5650"/>
                    <a:pt x="865" y="5990"/>
                  </a:cubicBezTo>
                  <a:cubicBezTo>
                    <a:pt x="963" y="7455"/>
                    <a:pt x="1501" y="8589"/>
                    <a:pt x="2470" y="9380"/>
                  </a:cubicBezTo>
                  <a:cubicBezTo>
                    <a:pt x="2284" y="9528"/>
                    <a:pt x="2208" y="9773"/>
                    <a:pt x="2274" y="9999"/>
                  </a:cubicBezTo>
                  <a:cubicBezTo>
                    <a:pt x="2578" y="11057"/>
                    <a:pt x="3469" y="12207"/>
                    <a:pt x="4833" y="12757"/>
                  </a:cubicBezTo>
                  <a:cubicBezTo>
                    <a:pt x="3802" y="13279"/>
                    <a:pt x="2644" y="13546"/>
                    <a:pt x="1412" y="13546"/>
                  </a:cubicBezTo>
                  <a:cubicBezTo>
                    <a:pt x="1173" y="13546"/>
                    <a:pt x="932" y="13536"/>
                    <a:pt x="689" y="13516"/>
                  </a:cubicBezTo>
                  <a:cubicBezTo>
                    <a:pt x="673" y="13515"/>
                    <a:pt x="658" y="13514"/>
                    <a:pt x="642" y="13514"/>
                  </a:cubicBezTo>
                  <a:cubicBezTo>
                    <a:pt x="390" y="13514"/>
                    <a:pt x="164" y="13676"/>
                    <a:pt x="84" y="13919"/>
                  </a:cubicBezTo>
                  <a:cubicBezTo>
                    <a:pt x="0" y="14177"/>
                    <a:pt x="105" y="14460"/>
                    <a:pt x="338" y="14600"/>
                  </a:cubicBezTo>
                  <a:cubicBezTo>
                    <a:pt x="2284" y="15778"/>
                    <a:pt x="4395" y="16376"/>
                    <a:pt x="6611" y="16376"/>
                  </a:cubicBezTo>
                  <a:cubicBezTo>
                    <a:pt x="11382" y="16376"/>
                    <a:pt x="14151" y="14008"/>
                    <a:pt x="15631" y="12019"/>
                  </a:cubicBezTo>
                  <a:cubicBezTo>
                    <a:pt x="17461" y="9567"/>
                    <a:pt x="18108" y="6689"/>
                    <a:pt x="18108" y="4971"/>
                  </a:cubicBezTo>
                  <a:cubicBezTo>
                    <a:pt x="18108" y="4747"/>
                    <a:pt x="18103" y="4701"/>
                    <a:pt x="18110" y="4637"/>
                  </a:cubicBezTo>
                  <a:cubicBezTo>
                    <a:pt x="18336" y="4435"/>
                    <a:pt x="18964" y="4133"/>
                    <a:pt x="19935" y="2718"/>
                  </a:cubicBezTo>
                  <a:cubicBezTo>
                    <a:pt x="20080" y="2505"/>
                    <a:pt x="20070" y="2221"/>
                    <a:pt x="19909" y="2019"/>
                  </a:cubicBezTo>
                  <a:cubicBezTo>
                    <a:pt x="19795" y="1879"/>
                    <a:pt x="19625" y="1801"/>
                    <a:pt x="19451" y="1801"/>
                  </a:cubicBezTo>
                  <a:cubicBezTo>
                    <a:pt x="19377" y="1801"/>
                    <a:pt x="19303" y="1815"/>
                    <a:pt x="19231" y="1844"/>
                  </a:cubicBezTo>
                  <a:cubicBezTo>
                    <a:pt x="19194" y="1860"/>
                    <a:pt x="19155" y="1874"/>
                    <a:pt x="19118" y="1890"/>
                  </a:cubicBezTo>
                  <a:cubicBezTo>
                    <a:pt x="19269" y="1630"/>
                    <a:pt x="19392" y="1356"/>
                    <a:pt x="19490" y="1062"/>
                  </a:cubicBezTo>
                  <a:cubicBezTo>
                    <a:pt x="19564" y="841"/>
                    <a:pt x="19498" y="598"/>
                    <a:pt x="19327" y="443"/>
                  </a:cubicBezTo>
                  <a:cubicBezTo>
                    <a:pt x="19217" y="344"/>
                    <a:pt x="19076" y="292"/>
                    <a:pt x="18934" y="292"/>
                  </a:cubicBezTo>
                  <a:cubicBezTo>
                    <a:pt x="18853" y="292"/>
                    <a:pt x="18771" y="309"/>
                    <a:pt x="18694" y="344"/>
                  </a:cubicBezTo>
                  <a:cubicBezTo>
                    <a:pt x="18690" y="345"/>
                    <a:pt x="18676" y="351"/>
                    <a:pt x="18651" y="363"/>
                  </a:cubicBezTo>
                  <a:cubicBezTo>
                    <a:pt x="17724" y="830"/>
                    <a:pt x="16999" y="1103"/>
                    <a:pt x="16670" y="1166"/>
                  </a:cubicBezTo>
                  <a:cubicBezTo>
                    <a:pt x="16647" y="1147"/>
                    <a:pt x="16624" y="1126"/>
                    <a:pt x="16603" y="1106"/>
                  </a:cubicBezTo>
                  <a:cubicBezTo>
                    <a:pt x="16194" y="745"/>
                    <a:pt x="15347" y="1"/>
                    <a:pt x="136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91" name="Google Shape;2191;p53"/>
          <p:cNvSpPr txBox="1"/>
          <p:nvPr>
            <p:ph type="title"/>
          </p:nvPr>
        </p:nvSpPr>
        <p:spPr>
          <a:xfrm>
            <a:off x="1905850" y="469874"/>
            <a:ext cx="49377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00"/>
              <a:t>Any Question?</a:t>
            </a:r>
            <a:endParaRPr sz="3000"/>
          </a:p>
        </p:txBody>
      </p:sp>
      <p:sp>
        <p:nvSpPr>
          <p:cNvPr id="2192" name="Google Shape;2192;p53"/>
          <p:cNvSpPr txBox="1"/>
          <p:nvPr>
            <p:ph idx="1" type="subTitle"/>
          </p:nvPr>
        </p:nvSpPr>
        <p:spPr>
          <a:xfrm>
            <a:off x="1905850" y="1057652"/>
            <a:ext cx="30999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1"/>
                </a:solidFill>
              </a:rPr>
              <a:t>Feel Free To Ask !</a:t>
            </a:r>
            <a:endParaRPr>
              <a:solidFill>
                <a:schemeClr val="dk2"/>
              </a:solidFill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2196" name="Shape 2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7" name="Google Shape;2197;p5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51063" y="2123075"/>
            <a:ext cx="2241874" cy="89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